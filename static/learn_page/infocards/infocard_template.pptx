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9144000" cy="11887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4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472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7" d="100"/>
          <a:sy n="77" d="100"/>
        </p:scale>
        <p:origin x="2604" y="-810"/>
      </p:cViewPr>
      <p:guideLst>
        <p:guide orient="horz" pos="3744"/>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692739"/>
            <a:ext cx="7772400" cy="2548043"/>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6736080"/>
            <a:ext cx="6400800" cy="3037840"/>
          </a:xfrm>
        </p:spPr>
        <p:txBody>
          <a:bodyPr/>
          <a:lstStyle>
            <a:lvl1pPr marL="0" indent="0" algn="ctr">
              <a:buNone/>
              <a:defRPr>
                <a:solidFill>
                  <a:schemeClr val="tx1">
                    <a:tint val="75000"/>
                  </a:schemeClr>
                </a:solidFill>
              </a:defRPr>
            </a:lvl1pPr>
            <a:lvl2pPr marL="396255" indent="0" algn="ctr">
              <a:buNone/>
              <a:defRPr>
                <a:solidFill>
                  <a:schemeClr val="tx1">
                    <a:tint val="75000"/>
                  </a:schemeClr>
                </a:solidFill>
              </a:defRPr>
            </a:lvl2pPr>
            <a:lvl3pPr marL="792510" indent="0" algn="ctr">
              <a:buNone/>
              <a:defRPr>
                <a:solidFill>
                  <a:schemeClr val="tx1">
                    <a:tint val="75000"/>
                  </a:schemeClr>
                </a:solidFill>
              </a:defRPr>
            </a:lvl3pPr>
            <a:lvl4pPr marL="1188766" indent="0" algn="ctr">
              <a:buNone/>
              <a:defRPr>
                <a:solidFill>
                  <a:schemeClr val="tx1">
                    <a:tint val="75000"/>
                  </a:schemeClr>
                </a:solidFill>
              </a:defRPr>
            </a:lvl4pPr>
            <a:lvl5pPr marL="1585021" indent="0" algn="ctr">
              <a:buNone/>
              <a:defRPr>
                <a:solidFill>
                  <a:schemeClr val="tx1">
                    <a:tint val="75000"/>
                  </a:schemeClr>
                </a:solidFill>
              </a:defRPr>
            </a:lvl5pPr>
            <a:lvl6pPr marL="1981276" indent="0" algn="ctr">
              <a:buNone/>
              <a:defRPr>
                <a:solidFill>
                  <a:schemeClr val="tx1">
                    <a:tint val="75000"/>
                  </a:schemeClr>
                </a:solidFill>
              </a:defRPr>
            </a:lvl6pPr>
            <a:lvl7pPr marL="2377531" indent="0" algn="ctr">
              <a:buNone/>
              <a:defRPr>
                <a:solidFill>
                  <a:schemeClr val="tx1">
                    <a:tint val="75000"/>
                  </a:schemeClr>
                </a:solidFill>
              </a:defRPr>
            </a:lvl7pPr>
            <a:lvl8pPr marL="2773787" indent="0" algn="ctr">
              <a:buNone/>
              <a:defRPr>
                <a:solidFill>
                  <a:schemeClr val="tx1">
                    <a:tint val="75000"/>
                  </a:schemeClr>
                </a:solidFill>
              </a:defRPr>
            </a:lvl8pPr>
            <a:lvl9pPr marL="3170042"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7638628"/>
            <a:ext cx="7772400" cy="2360930"/>
          </a:xfrm>
        </p:spPr>
        <p:txBody>
          <a:bodyPr anchor="t"/>
          <a:lstStyle>
            <a:lvl1pPr algn="l">
              <a:defRPr sz="3467"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5038304"/>
            <a:ext cx="7772400" cy="2600324"/>
          </a:xfrm>
        </p:spPr>
        <p:txBody>
          <a:bodyPr anchor="b"/>
          <a:lstStyle>
            <a:lvl1pPr marL="0" indent="0">
              <a:buNone/>
              <a:defRPr sz="1733">
                <a:solidFill>
                  <a:schemeClr val="tx1">
                    <a:tint val="75000"/>
                  </a:schemeClr>
                </a:solidFill>
              </a:defRPr>
            </a:lvl1pPr>
            <a:lvl2pPr marL="396255" indent="0">
              <a:buNone/>
              <a:defRPr sz="1560">
                <a:solidFill>
                  <a:schemeClr val="tx1">
                    <a:tint val="75000"/>
                  </a:schemeClr>
                </a:solidFill>
              </a:defRPr>
            </a:lvl2pPr>
            <a:lvl3pPr marL="792510" indent="0">
              <a:buNone/>
              <a:defRPr sz="1387">
                <a:solidFill>
                  <a:schemeClr val="tx1">
                    <a:tint val="75000"/>
                  </a:schemeClr>
                </a:solidFill>
              </a:defRPr>
            </a:lvl3pPr>
            <a:lvl4pPr marL="1188766" indent="0">
              <a:buNone/>
              <a:defRPr sz="1213">
                <a:solidFill>
                  <a:schemeClr val="tx1">
                    <a:tint val="75000"/>
                  </a:schemeClr>
                </a:solidFill>
              </a:defRPr>
            </a:lvl4pPr>
            <a:lvl5pPr marL="1585021" indent="0">
              <a:buNone/>
              <a:defRPr sz="1213">
                <a:solidFill>
                  <a:schemeClr val="tx1">
                    <a:tint val="75000"/>
                  </a:schemeClr>
                </a:solidFill>
              </a:defRPr>
            </a:lvl5pPr>
            <a:lvl6pPr marL="1981276" indent="0">
              <a:buNone/>
              <a:defRPr sz="1213">
                <a:solidFill>
                  <a:schemeClr val="tx1">
                    <a:tint val="75000"/>
                  </a:schemeClr>
                </a:solidFill>
              </a:defRPr>
            </a:lvl6pPr>
            <a:lvl7pPr marL="2377531" indent="0">
              <a:buNone/>
              <a:defRPr sz="1213">
                <a:solidFill>
                  <a:schemeClr val="tx1">
                    <a:tint val="75000"/>
                  </a:schemeClr>
                </a:solidFill>
              </a:defRPr>
            </a:lvl7pPr>
            <a:lvl8pPr marL="2773787" indent="0">
              <a:buNone/>
              <a:defRPr sz="1213">
                <a:solidFill>
                  <a:schemeClr val="tx1">
                    <a:tint val="75000"/>
                  </a:schemeClr>
                </a:solidFill>
              </a:defRPr>
            </a:lvl8pPr>
            <a:lvl9pPr marL="3170042" indent="0">
              <a:buNone/>
              <a:defRPr sz="1213">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2773681"/>
            <a:ext cx="4038600" cy="7845003"/>
          </a:xfrm>
        </p:spPr>
        <p:txBody>
          <a:bodyPr/>
          <a:lstStyle>
            <a:lvl1pPr>
              <a:defRPr sz="2427"/>
            </a:lvl1pPr>
            <a:lvl2pPr>
              <a:defRPr sz="2080"/>
            </a:lvl2pPr>
            <a:lvl3pPr>
              <a:defRPr sz="1733"/>
            </a:lvl3pPr>
            <a:lvl4pPr>
              <a:defRPr sz="1560"/>
            </a:lvl4pPr>
            <a:lvl5pPr>
              <a:defRPr sz="1560"/>
            </a:lvl5pPr>
            <a:lvl6pPr>
              <a:defRPr sz="1560"/>
            </a:lvl6pPr>
            <a:lvl7pPr>
              <a:defRPr sz="1560"/>
            </a:lvl7pPr>
            <a:lvl8pPr>
              <a:defRPr sz="1560"/>
            </a:lvl8pPr>
            <a:lvl9pPr>
              <a:defRPr sz="156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2773681"/>
            <a:ext cx="4038600" cy="7845003"/>
          </a:xfrm>
        </p:spPr>
        <p:txBody>
          <a:bodyPr/>
          <a:lstStyle>
            <a:lvl1pPr>
              <a:defRPr sz="2427"/>
            </a:lvl1pPr>
            <a:lvl2pPr>
              <a:defRPr sz="2080"/>
            </a:lvl2pPr>
            <a:lvl3pPr>
              <a:defRPr sz="1733"/>
            </a:lvl3pPr>
            <a:lvl4pPr>
              <a:defRPr sz="1560"/>
            </a:lvl4pPr>
            <a:lvl5pPr>
              <a:defRPr sz="1560"/>
            </a:lvl5pPr>
            <a:lvl6pPr>
              <a:defRPr sz="1560"/>
            </a:lvl6pPr>
            <a:lvl7pPr>
              <a:defRPr sz="1560"/>
            </a:lvl7pPr>
            <a:lvl8pPr>
              <a:defRPr sz="1560"/>
            </a:lvl8pPr>
            <a:lvl9pPr>
              <a:defRPr sz="156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2660862"/>
            <a:ext cx="4040188" cy="1108921"/>
          </a:xfrm>
        </p:spPr>
        <p:txBody>
          <a:bodyPr anchor="b"/>
          <a:lstStyle>
            <a:lvl1pPr marL="0" indent="0">
              <a:buNone/>
              <a:defRPr sz="2080" b="1"/>
            </a:lvl1pPr>
            <a:lvl2pPr marL="396255" indent="0">
              <a:buNone/>
              <a:defRPr sz="1733" b="1"/>
            </a:lvl2pPr>
            <a:lvl3pPr marL="792510" indent="0">
              <a:buNone/>
              <a:defRPr sz="1560" b="1"/>
            </a:lvl3pPr>
            <a:lvl4pPr marL="1188766" indent="0">
              <a:buNone/>
              <a:defRPr sz="1387" b="1"/>
            </a:lvl4pPr>
            <a:lvl5pPr marL="1585021" indent="0">
              <a:buNone/>
              <a:defRPr sz="1387" b="1"/>
            </a:lvl5pPr>
            <a:lvl6pPr marL="1981276" indent="0">
              <a:buNone/>
              <a:defRPr sz="1387" b="1"/>
            </a:lvl6pPr>
            <a:lvl7pPr marL="2377531" indent="0">
              <a:buNone/>
              <a:defRPr sz="1387" b="1"/>
            </a:lvl7pPr>
            <a:lvl8pPr marL="2773787" indent="0">
              <a:buNone/>
              <a:defRPr sz="1387" b="1"/>
            </a:lvl8pPr>
            <a:lvl9pPr marL="3170042" indent="0">
              <a:buNone/>
              <a:defRPr sz="1387" b="1"/>
            </a:lvl9pPr>
          </a:lstStyle>
          <a:p>
            <a:pPr lvl="0"/>
            <a:r>
              <a:rPr lang="en-US" smtClean="0"/>
              <a:t>Click to edit Master text styles</a:t>
            </a:r>
          </a:p>
        </p:txBody>
      </p:sp>
      <p:sp>
        <p:nvSpPr>
          <p:cNvPr id="4" name="Content Placeholder 3"/>
          <p:cNvSpPr>
            <a:spLocks noGrp="1"/>
          </p:cNvSpPr>
          <p:nvPr>
            <p:ph sz="half" idx="2"/>
          </p:nvPr>
        </p:nvSpPr>
        <p:spPr>
          <a:xfrm>
            <a:off x="457200" y="3769783"/>
            <a:ext cx="4040188" cy="6848899"/>
          </a:xfrm>
        </p:spPr>
        <p:txBody>
          <a:bodyPr/>
          <a:lstStyle>
            <a:lvl1pPr>
              <a:defRPr sz="2080"/>
            </a:lvl1pPr>
            <a:lvl2pPr>
              <a:defRPr sz="1733"/>
            </a:lvl2pPr>
            <a:lvl3pPr>
              <a:defRPr sz="1560"/>
            </a:lvl3pPr>
            <a:lvl4pPr>
              <a:defRPr sz="1387"/>
            </a:lvl4pPr>
            <a:lvl5pPr>
              <a:defRPr sz="1387"/>
            </a:lvl5pPr>
            <a:lvl6pPr>
              <a:defRPr sz="1387"/>
            </a:lvl6pPr>
            <a:lvl7pPr>
              <a:defRPr sz="1387"/>
            </a:lvl7pPr>
            <a:lvl8pPr>
              <a:defRPr sz="1387"/>
            </a:lvl8pPr>
            <a:lvl9pPr>
              <a:defRPr sz="1387"/>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8" y="2660862"/>
            <a:ext cx="4041775" cy="1108921"/>
          </a:xfrm>
        </p:spPr>
        <p:txBody>
          <a:bodyPr anchor="b"/>
          <a:lstStyle>
            <a:lvl1pPr marL="0" indent="0">
              <a:buNone/>
              <a:defRPr sz="2080" b="1"/>
            </a:lvl1pPr>
            <a:lvl2pPr marL="396255" indent="0">
              <a:buNone/>
              <a:defRPr sz="1733" b="1"/>
            </a:lvl2pPr>
            <a:lvl3pPr marL="792510" indent="0">
              <a:buNone/>
              <a:defRPr sz="1560" b="1"/>
            </a:lvl3pPr>
            <a:lvl4pPr marL="1188766" indent="0">
              <a:buNone/>
              <a:defRPr sz="1387" b="1"/>
            </a:lvl4pPr>
            <a:lvl5pPr marL="1585021" indent="0">
              <a:buNone/>
              <a:defRPr sz="1387" b="1"/>
            </a:lvl5pPr>
            <a:lvl6pPr marL="1981276" indent="0">
              <a:buNone/>
              <a:defRPr sz="1387" b="1"/>
            </a:lvl6pPr>
            <a:lvl7pPr marL="2377531" indent="0">
              <a:buNone/>
              <a:defRPr sz="1387" b="1"/>
            </a:lvl7pPr>
            <a:lvl8pPr marL="2773787" indent="0">
              <a:buNone/>
              <a:defRPr sz="1387" b="1"/>
            </a:lvl8pPr>
            <a:lvl9pPr marL="3170042" indent="0">
              <a:buNone/>
              <a:defRPr sz="1387" b="1"/>
            </a:lvl9pPr>
          </a:lstStyle>
          <a:p>
            <a:pPr lvl="0"/>
            <a:r>
              <a:rPr lang="en-US" smtClean="0"/>
              <a:t>Click to edit Master text styles</a:t>
            </a:r>
          </a:p>
        </p:txBody>
      </p:sp>
      <p:sp>
        <p:nvSpPr>
          <p:cNvPr id="6" name="Content Placeholder 5"/>
          <p:cNvSpPr>
            <a:spLocks noGrp="1"/>
          </p:cNvSpPr>
          <p:nvPr>
            <p:ph sz="quarter" idx="4"/>
          </p:nvPr>
        </p:nvSpPr>
        <p:spPr>
          <a:xfrm>
            <a:off x="4645028" y="3769783"/>
            <a:ext cx="4041775" cy="6848899"/>
          </a:xfrm>
        </p:spPr>
        <p:txBody>
          <a:bodyPr/>
          <a:lstStyle>
            <a:lvl1pPr>
              <a:defRPr sz="2080"/>
            </a:lvl1pPr>
            <a:lvl2pPr>
              <a:defRPr sz="1733"/>
            </a:lvl2pPr>
            <a:lvl3pPr>
              <a:defRPr sz="1560"/>
            </a:lvl3pPr>
            <a:lvl4pPr>
              <a:defRPr sz="1387"/>
            </a:lvl4pPr>
            <a:lvl5pPr>
              <a:defRPr sz="1387"/>
            </a:lvl5pPr>
            <a:lvl6pPr>
              <a:defRPr sz="1387"/>
            </a:lvl6pPr>
            <a:lvl7pPr>
              <a:defRPr sz="1387"/>
            </a:lvl7pPr>
            <a:lvl8pPr>
              <a:defRPr sz="1387"/>
            </a:lvl8pPr>
            <a:lvl9pPr>
              <a:defRPr sz="1387"/>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473287"/>
            <a:ext cx="3008313" cy="2014220"/>
          </a:xfrm>
        </p:spPr>
        <p:txBody>
          <a:bodyPr anchor="b"/>
          <a:lstStyle>
            <a:lvl1pPr algn="l">
              <a:defRPr sz="1733" b="1"/>
            </a:lvl1pPr>
          </a:lstStyle>
          <a:p>
            <a:r>
              <a:rPr lang="en-US" smtClean="0"/>
              <a:t>Click to edit Master title style</a:t>
            </a:r>
            <a:endParaRPr lang="en-US"/>
          </a:p>
        </p:txBody>
      </p:sp>
      <p:sp>
        <p:nvSpPr>
          <p:cNvPr id="3" name="Content Placeholder 2"/>
          <p:cNvSpPr>
            <a:spLocks noGrp="1"/>
          </p:cNvSpPr>
          <p:nvPr>
            <p:ph idx="1"/>
          </p:nvPr>
        </p:nvSpPr>
        <p:spPr>
          <a:xfrm>
            <a:off x="3575050" y="473288"/>
            <a:ext cx="5111750" cy="10145396"/>
          </a:xfrm>
        </p:spPr>
        <p:txBody>
          <a:bodyPr/>
          <a:lstStyle>
            <a:lvl1pPr>
              <a:defRPr sz="2773"/>
            </a:lvl1pPr>
            <a:lvl2pPr>
              <a:defRPr sz="2427"/>
            </a:lvl2pPr>
            <a:lvl3pPr>
              <a:defRPr sz="2080"/>
            </a:lvl3pPr>
            <a:lvl4pPr>
              <a:defRPr sz="1733"/>
            </a:lvl4pPr>
            <a:lvl5pPr>
              <a:defRPr sz="1733"/>
            </a:lvl5pPr>
            <a:lvl6pPr>
              <a:defRPr sz="1733"/>
            </a:lvl6pPr>
            <a:lvl7pPr>
              <a:defRPr sz="1733"/>
            </a:lvl7pPr>
            <a:lvl8pPr>
              <a:defRPr sz="1733"/>
            </a:lvl8pPr>
            <a:lvl9pPr>
              <a:defRPr sz="173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3" y="2487508"/>
            <a:ext cx="3008313" cy="8131176"/>
          </a:xfrm>
        </p:spPr>
        <p:txBody>
          <a:bodyPr/>
          <a:lstStyle>
            <a:lvl1pPr marL="0" indent="0">
              <a:buNone/>
              <a:defRPr sz="1213"/>
            </a:lvl1pPr>
            <a:lvl2pPr marL="396255" indent="0">
              <a:buNone/>
              <a:defRPr sz="1040"/>
            </a:lvl2pPr>
            <a:lvl3pPr marL="792510" indent="0">
              <a:buNone/>
              <a:defRPr sz="867"/>
            </a:lvl3pPr>
            <a:lvl4pPr marL="1188766" indent="0">
              <a:buNone/>
              <a:defRPr sz="780"/>
            </a:lvl4pPr>
            <a:lvl5pPr marL="1585021" indent="0">
              <a:buNone/>
              <a:defRPr sz="780"/>
            </a:lvl5pPr>
            <a:lvl6pPr marL="1981276" indent="0">
              <a:buNone/>
              <a:defRPr sz="780"/>
            </a:lvl6pPr>
            <a:lvl7pPr marL="2377531" indent="0">
              <a:buNone/>
              <a:defRPr sz="780"/>
            </a:lvl7pPr>
            <a:lvl8pPr marL="2773787" indent="0">
              <a:buNone/>
              <a:defRPr sz="780"/>
            </a:lvl8pPr>
            <a:lvl9pPr marL="3170042" indent="0">
              <a:buNone/>
              <a:defRPr sz="78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8321040"/>
            <a:ext cx="5486400" cy="982346"/>
          </a:xfrm>
        </p:spPr>
        <p:txBody>
          <a:bodyPr anchor="b"/>
          <a:lstStyle>
            <a:lvl1pPr algn="l">
              <a:defRPr sz="1733" b="1"/>
            </a:lvl1pPr>
          </a:lstStyle>
          <a:p>
            <a:r>
              <a:rPr lang="en-US" smtClean="0"/>
              <a:t>Click to edit Master title style</a:t>
            </a:r>
            <a:endParaRPr lang="en-US"/>
          </a:p>
        </p:txBody>
      </p:sp>
      <p:sp>
        <p:nvSpPr>
          <p:cNvPr id="3" name="Picture Placeholder 2"/>
          <p:cNvSpPr>
            <a:spLocks noGrp="1"/>
          </p:cNvSpPr>
          <p:nvPr>
            <p:ph type="pic" idx="1"/>
          </p:nvPr>
        </p:nvSpPr>
        <p:spPr>
          <a:xfrm>
            <a:off x="1792288" y="1062143"/>
            <a:ext cx="5486400" cy="7132320"/>
          </a:xfrm>
        </p:spPr>
        <p:txBody>
          <a:bodyPr/>
          <a:lstStyle>
            <a:lvl1pPr marL="0" indent="0">
              <a:buNone/>
              <a:defRPr sz="2773"/>
            </a:lvl1pPr>
            <a:lvl2pPr marL="396255" indent="0">
              <a:buNone/>
              <a:defRPr sz="2427"/>
            </a:lvl2pPr>
            <a:lvl3pPr marL="792510" indent="0">
              <a:buNone/>
              <a:defRPr sz="2080"/>
            </a:lvl3pPr>
            <a:lvl4pPr marL="1188766" indent="0">
              <a:buNone/>
              <a:defRPr sz="1733"/>
            </a:lvl4pPr>
            <a:lvl5pPr marL="1585021" indent="0">
              <a:buNone/>
              <a:defRPr sz="1733"/>
            </a:lvl5pPr>
            <a:lvl6pPr marL="1981276" indent="0">
              <a:buNone/>
              <a:defRPr sz="1733"/>
            </a:lvl6pPr>
            <a:lvl7pPr marL="2377531" indent="0">
              <a:buNone/>
              <a:defRPr sz="1733"/>
            </a:lvl7pPr>
            <a:lvl8pPr marL="2773787" indent="0">
              <a:buNone/>
              <a:defRPr sz="1733"/>
            </a:lvl8pPr>
            <a:lvl9pPr marL="3170042" indent="0">
              <a:buNone/>
              <a:defRPr sz="1733"/>
            </a:lvl9pPr>
          </a:lstStyle>
          <a:p>
            <a:endParaRPr lang="en-US"/>
          </a:p>
        </p:txBody>
      </p:sp>
      <p:sp>
        <p:nvSpPr>
          <p:cNvPr id="4" name="Text Placeholder 3"/>
          <p:cNvSpPr>
            <a:spLocks noGrp="1"/>
          </p:cNvSpPr>
          <p:nvPr>
            <p:ph type="body" sz="half" idx="2"/>
          </p:nvPr>
        </p:nvSpPr>
        <p:spPr>
          <a:xfrm>
            <a:off x="1792288" y="9303386"/>
            <a:ext cx="5486400" cy="1395094"/>
          </a:xfrm>
        </p:spPr>
        <p:txBody>
          <a:bodyPr/>
          <a:lstStyle>
            <a:lvl1pPr marL="0" indent="0">
              <a:buNone/>
              <a:defRPr sz="1213"/>
            </a:lvl1pPr>
            <a:lvl2pPr marL="396255" indent="0">
              <a:buNone/>
              <a:defRPr sz="1040"/>
            </a:lvl2pPr>
            <a:lvl3pPr marL="792510" indent="0">
              <a:buNone/>
              <a:defRPr sz="867"/>
            </a:lvl3pPr>
            <a:lvl4pPr marL="1188766" indent="0">
              <a:buNone/>
              <a:defRPr sz="780"/>
            </a:lvl4pPr>
            <a:lvl5pPr marL="1585021" indent="0">
              <a:buNone/>
              <a:defRPr sz="780"/>
            </a:lvl5pPr>
            <a:lvl6pPr marL="1981276" indent="0">
              <a:buNone/>
              <a:defRPr sz="780"/>
            </a:lvl6pPr>
            <a:lvl7pPr marL="2377531" indent="0">
              <a:buNone/>
              <a:defRPr sz="780"/>
            </a:lvl7pPr>
            <a:lvl8pPr marL="2773787" indent="0">
              <a:buNone/>
              <a:defRPr sz="780"/>
            </a:lvl8pPr>
            <a:lvl9pPr marL="3170042" indent="0">
              <a:buNone/>
              <a:defRPr sz="78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76040"/>
            <a:ext cx="2057400" cy="1014264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476040"/>
            <a:ext cx="6019800" cy="1014264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76039"/>
            <a:ext cx="8229600" cy="19812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2773681"/>
            <a:ext cx="8229600" cy="784500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11017675"/>
            <a:ext cx="2133600" cy="632883"/>
          </a:xfrm>
          <a:prstGeom prst="rect">
            <a:avLst/>
          </a:prstGeom>
        </p:spPr>
        <p:txBody>
          <a:bodyPr vert="horz" lIns="91440" tIns="45720" rIns="91440" bIns="45720" rtlCol="0" anchor="ctr"/>
          <a:lstStyle>
            <a:lvl1pPr algn="l">
              <a:defRPr sz="1040">
                <a:solidFill>
                  <a:schemeClr val="tx1">
                    <a:tint val="75000"/>
                  </a:schemeClr>
                </a:solidFill>
              </a:defRPr>
            </a:lvl1pPr>
          </a:lstStyle>
          <a:p>
            <a:fld id="{5BCAD085-E8A6-8845-BD4E-CB4CCA059FC4}" type="datetimeFigureOut">
              <a:rPr lang="en-US" smtClean="0"/>
              <a:t>12/19/2025</a:t>
            </a:fld>
            <a:endParaRPr lang="en-US"/>
          </a:p>
        </p:txBody>
      </p:sp>
      <p:sp>
        <p:nvSpPr>
          <p:cNvPr id="5" name="Footer Placeholder 4"/>
          <p:cNvSpPr>
            <a:spLocks noGrp="1"/>
          </p:cNvSpPr>
          <p:nvPr>
            <p:ph type="ftr" sz="quarter" idx="3"/>
          </p:nvPr>
        </p:nvSpPr>
        <p:spPr>
          <a:xfrm>
            <a:off x="3124200" y="11017675"/>
            <a:ext cx="2895600" cy="632883"/>
          </a:xfrm>
          <a:prstGeom prst="rect">
            <a:avLst/>
          </a:prstGeom>
        </p:spPr>
        <p:txBody>
          <a:bodyPr vert="horz" lIns="91440" tIns="45720" rIns="91440" bIns="45720" rtlCol="0" anchor="ctr"/>
          <a:lstStyle>
            <a:lvl1pPr algn="ctr">
              <a:defRPr sz="10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11017675"/>
            <a:ext cx="2133600" cy="632883"/>
          </a:xfrm>
          <a:prstGeom prst="rect">
            <a:avLst/>
          </a:prstGeom>
        </p:spPr>
        <p:txBody>
          <a:bodyPr vert="horz" lIns="91440" tIns="45720" rIns="91440" bIns="45720" rtlCol="0" anchor="ctr"/>
          <a:lstStyle>
            <a:lvl1pPr algn="r">
              <a:defRPr sz="104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96255" rtl="0" eaLnBrk="1" latinLnBrk="0" hangingPunct="1">
        <a:spcBef>
          <a:spcPct val="0"/>
        </a:spcBef>
        <a:buNone/>
        <a:defRPr sz="3813" kern="1200">
          <a:solidFill>
            <a:schemeClr val="tx1"/>
          </a:solidFill>
          <a:latin typeface="+mj-lt"/>
          <a:ea typeface="+mj-ea"/>
          <a:cs typeface="+mj-cs"/>
        </a:defRPr>
      </a:lvl1pPr>
    </p:titleStyle>
    <p:bodyStyle>
      <a:lvl1pPr marL="297191" indent="-297191" algn="l" defTabSz="396255" rtl="0" eaLnBrk="1" latinLnBrk="0" hangingPunct="1">
        <a:spcBef>
          <a:spcPct val="20000"/>
        </a:spcBef>
        <a:buFont typeface="Arial"/>
        <a:buChar char="•"/>
        <a:defRPr sz="2773" kern="1200">
          <a:solidFill>
            <a:schemeClr val="tx1"/>
          </a:solidFill>
          <a:latin typeface="+mn-lt"/>
          <a:ea typeface="+mn-ea"/>
          <a:cs typeface="+mn-cs"/>
        </a:defRPr>
      </a:lvl1pPr>
      <a:lvl2pPr marL="643915" indent="-247660" algn="l" defTabSz="396255" rtl="0" eaLnBrk="1" latinLnBrk="0" hangingPunct="1">
        <a:spcBef>
          <a:spcPct val="20000"/>
        </a:spcBef>
        <a:buFont typeface="Arial"/>
        <a:buChar char="–"/>
        <a:defRPr sz="2427" kern="1200">
          <a:solidFill>
            <a:schemeClr val="tx1"/>
          </a:solidFill>
          <a:latin typeface="+mn-lt"/>
          <a:ea typeface="+mn-ea"/>
          <a:cs typeface="+mn-cs"/>
        </a:defRPr>
      </a:lvl2pPr>
      <a:lvl3pPr marL="990638" indent="-198128" algn="l" defTabSz="396255" rtl="0" eaLnBrk="1" latinLnBrk="0" hangingPunct="1">
        <a:spcBef>
          <a:spcPct val="20000"/>
        </a:spcBef>
        <a:buFont typeface="Arial"/>
        <a:buChar char="•"/>
        <a:defRPr sz="2080" kern="1200">
          <a:solidFill>
            <a:schemeClr val="tx1"/>
          </a:solidFill>
          <a:latin typeface="+mn-lt"/>
          <a:ea typeface="+mn-ea"/>
          <a:cs typeface="+mn-cs"/>
        </a:defRPr>
      </a:lvl3pPr>
      <a:lvl4pPr marL="1386893" indent="-198128" algn="l" defTabSz="396255" rtl="0" eaLnBrk="1" latinLnBrk="0" hangingPunct="1">
        <a:spcBef>
          <a:spcPct val="20000"/>
        </a:spcBef>
        <a:buFont typeface="Arial"/>
        <a:buChar char="–"/>
        <a:defRPr sz="1733" kern="1200">
          <a:solidFill>
            <a:schemeClr val="tx1"/>
          </a:solidFill>
          <a:latin typeface="+mn-lt"/>
          <a:ea typeface="+mn-ea"/>
          <a:cs typeface="+mn-cs"/>
        </a:defRPr>
      </a:lvl4pPr>
      <a:lvl5pPr marL="1783149" indent="-198128" algn="l" defTabSz="396255" rtl="0" eaLnBrk="1" latinLnBrk="0" hangingPunct="1">
        <a:spcBef>
          <a:spcPct val="20000"/>
        </a:spcBef>
        <a:buFont typeface="Arial"/>
        <a:buChar char="»"/>
        <a:defRPr sz="1733" kern="1200">
          <a:solidFill>
            <a:schemeClr val="tx1"/>
          </a:solidFill>
          <a:latin typeface="+mn-lt"/>
          <a:ea typeface="+mn-ea"/>
          <a:cs typeface="+mn-cs"/>
        </a:defRPr>
      </a:lvl5pPr>
      <a:lvl6pPr marL="2179404" indent="-198128" algn="l" defTabSz="396255" rtl="0" eaLnBrk="1" latinLnBrk="0" hangingPunct="1">
        <a:spcBef>
          <a:spcPct val="20000"/>
        </a:spcBef>
        <a:buFont typeface="Arial"/>
        <a:buChar char="•"/>
        <a:defRPr sz="1733" kern="1200">
          <a:solidFill>
            <a:schemeClr val="tx1"/>
          </a:solidFill>
          <a:latin typeface="+mn-lt"/>
          <a:ea typeface="+mn-ea"/>
          <a:cs typeface="+mn-cs"/>
        </a:defRPr>
      </a:lvl6pPr>
      <a:lvl7pPr marL="2575659" indent="-198128" algn="l" defTabSz="396255" rtl="0" eaLnBrk="1" latinLnBrk="0" hangingPunct="1">
        <a:spcBef>
          <a:spcPct val="20000"/>
        </a:spcBef>
        <a:buFont typeface="Arial"/>
        <a:buChar char="•"/>
        <a:defRPr sz="1733" kern="1200">
          <a:solidFill>
            <a:schemeClr val="tx1"/>
          </a:solidFill>
          <a:latin typeface="+mn-lt"/>
          <a:ea typeface="+mn-ea"/>
          <a:cs typeface="+mn-cs"/>
        </a:defRPr>
      </a:lvl7pPr>
      <a:lvl8pPr marL="2971914" indent="-198128" algn="l" defTabSz="396255" rtl="0" eaLnBrk="1" latinLnBrk="0" hangingPunct="1">
        <a:spcBef>
          <a:spcPct val="20000"/>
        </a:spcBef>
        <a:buFont typeface="Arial"/>
        <a:buChar char="•"/>
        <a:defRPr sz="1733" kern="1200">
          <a:solidFill>
            <a:schemeClr val="tx1"/>
          </a:solidFill>
          <a:latin typeface="+mn-lt"/>
          <a:ea typeface="+mn-ea"/>
          <a:cs typeface="+mn-cs"/>
        </a:defRPr>
      </a:lvl8pPr>
      <a:lvl9pPr marL="3368170" indent="-198128" algn="l" defTabSz="396255" rtl="0" eaLnBrk="1" latinLnBrk="0" hangingPunct="1">
        <a:spcBef>
          <a:spcPct val="20000"/>
        </a:spcBef>
        <a:buFont typeface="Arial"/>
        <a:buChar char="•"/>
        <a:defRPr sz="1733" kern="1200">
          <a:solidFill>
            <a:schemeClr val="tx1"/>
          </a:solidFill>
          <a:latin typeface="+mn-lt"/>
          <a:ea typeface="+mn-ea"/>
          <a:cs typeface="+mn-cs"/>
        </a:defRPr>
      </a:lvl9pPr>
    </p:bodyStyle>
    <p:otherStyle>
      <a:defPPr>
        <a:defRPr lang="en-US"/>
      </a:defPPr>
      <a:lvl1pPr marL="0" algn="l" defTabSz="396255" rtl="0" eaLnBrk="1" latinLnBrk="0" hangingPunct="1">
        <a:defRPr sz="1560" kern="1200">
          <a:solidFill>
            <a:schemeClr val="tx1"/>
          </a:solidFill>
          <a:latin typeface="+mn-lt"/>
          <a:ea typeface="+mn-ea"/>
          <a:cs typeface="+mn-cs"/>
        </a:defRPr>
      </a:lvl1pPr>
      <a:lvl2pPr marL="396255" algn="l" defTabSz="396255" rtl="0" eaLnBrk="1" latinLnBrk="0" hangingPunct="1">
        <a:defRPr sz="1560" kern="1200">
          <a:solidFill>
            <a:schemeClr val="tx1"/>
          </a:solidFill>
          <a:latin typeface="+mn-lt"/>
          <a:ea typeface="+mn-ea"/>
          <a:cs typeface="+mn-cs"/>
        </a:defRPr>
      </a:lvl2pPr>
      <a:lvl3pPr marL="792510" algn="l" defTabSz="396255" rtl="0" eaLnBrk="1" latinLnBrk="0" hangingPunct="1">
        <a:defRPr sz="1560" kern="1200">
          <a:solidFill>
            <a:schemeClr val="tx1"/>
          </a:solidFill>
          <a:latin typeface="+mn-lt"/>
          <a:ea typeface="+mn-ea"/>
          <a:cs typeface="+mn-cs"/>
        </a:defRPr>
      </a:lvl3pPr>
      <a:lvl4pPr marL="1188766" algn="l" defTabSz="396255" rtl="0" eaLnBrk="1" latinLnBrk="0" hangingPunct="1">
        <a:defRPr sz="1560" kern="1200">
          <a:solidFill>
            <a:schemeClr val="tx1"/>
          </a:solidFill>
          <a:latin typeface="+mn-lt"/>
          <a:ea typeface="+mn-ea"/>
          <a:cs typeface="+mn-cs"/>
        </a:defRPr>
      </a:lvl4pPr>
      <a:lvl5pPr marL="1585021" algn="l" defTabSz="396255" rtl="0" eaLnBrk="1" latinLnBrk="0" hangingPunct="1">
        <a:defRPr sz="1560" kern="1200">
          <a:solidFill>
            <a:schemeClr val="tx1"/>
          </a:solidFill>
          <a:latin typeface="+mn-lt"/>
          <a:ea typeface="+mn-ea"/>
          <a:cs typeface="+mn-cs"/>
        </a:defRPr>
      </a:lvl5pPr>
      <a:lvl6pPr marL="1981276" algn="l" defTabSz="396255" rtl="0" eaLnBrk="1" latinLnBrk="0" hangingPunct="1">
        <a:defRPr sz="1560" kern="1200">
          <a:solidFill>
            <a:schemeClr val="tx1"/>
          </a:solidFill>
          <a:latin typeface="+mn-lt"/>
          <a:ea typeface="+mn-ea"/>
          <a:cs typeface="+mn-cs"/>
        </a:defRPr>
      </a:lvl6pPr>
      <a:lvl7pPr marL="2377531" algn="l" defTabSz="396255" rtl="0" eaLnBrk="1" latinLnBrk="0" hangingPunct="1">
        <a:defRPr sz="1560" kern="1200">
          <a:solidFill>
            <a:schemeClr val="tx1"/>
          </a:solidFill>
          <a:latin typeface="+mn-lt"/>
          <a:ea typeface="+mn-ea"/>
          <a:cs typeface="+mn-cs"/>
        </a:defRPr>
      </a:lvl7pPr>
      <a:lvl8pPr marL="2773787" algn="l" defTabSz="396255" rtl="0" eaLnBrk="1" latinLnBrk="0" hangingPunct="1">
        <a:defRPr sz="1560" kern="1200">
          <a:solidFill>
            <a:schemeClr val="tx1"/>
          </a:solidFill>
          <a:latin typeface="+mn-lt"/>
          <a:ea typeface="+mn-ea"/>
          <a:cs typeface="+mn-cs"/>
        </a:defRPr>
      </a:lvl8pPr>
      <a:lvl9pPr marL="3170042" algn="l" defTabSz="396255" rtl="0" eaLnBrk="1" latinLnBrk="0" hangingPunct="1">
        <a:defRPr sz="1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084581" y="1408009"/>
            <a:ext cx="7071360" cy="0"/>
          </a:xfrm>
          <a:prstGeom prst="line">
            <a:avLst/>
          </a:prstGeom>
          <a:ln>
            <a:solidFill>
              <a:srgbClr val="36472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778000" y="432649"/>
            <a:ext cx="5798820" cy="1052596"/>
          </a:xfrm>
          <a:prstGeom prst="rect">
            <a:avLst/>
          </a:prstGeom>
          <a:noFill/>
        </p:spPr>
        <p:txBody>
          <a:bodyPr wrap="square" rtlCol="0">
            <a:spAutoFit/>
          </a:bodyPr>
          <a:lstStyle/>
          <a:p>
            <a:r>
              <a:rPr lang="en-US" sz="6240" dirty="0">
                <a:solidFill>
                  <a:srgbClr val="36472C"/>
                </a:solidFill>
                <a:latin typeface="Bahnschrift SemiBold" panose="020B0502040204020203" pitchFamily="34" charset="0"/>
              </a:rPr>
              <a:t>CROCODILIANS</a:t>
            </a:r>
          </a:p>
        </p:txBody>
      </p:sp>
      <p:sp>
        <p:nvSpPr>
          <p:cNvPr id="6" name="TextBox 5"/>
          <p:cNvSpPr txBox="1"/>
          <p:nvPr/>
        </p:nvSpPr>
        <p:spPr>
          <a:xfrm>
            <a:off x="1031241" y="1751215"/>
            <a:ext cx="3078480" cy="412421"/>
          </a:xfrm>
          <a:prstGeom prst="rect">
            <a:avLst/>
          </a:prstGeom>
          <a:noFill/>
        </p:spPr>
        <p:txBody>
          <a:bodyPr wrap="square" rtlCol="0">
            <a:spAutoFit/>
          </a:bodyPr>
          <a:lstStyle/>
          <a:p>
            <a:r>
              <a:rPr lang="en-US" sz="2080" dirty="0">
                <a:solidFill>
                  <a:srgbClr val="36472C"/>
                </a:solidFill>
                <a:latin typeface="Bahnschrift SemiBold" panose="020B0502040204020203" pitchFamily="34" charset="0"/>
              </a:rPr>
              <a:t>What are crocodilians?</a:t>
            </a:r>
          </a:p>
        </p:txBody>
      </p:sp>
      <p:sp>
        <p:nvSpPr>
          <p:cNvPr id="7" name="TextBox 6"/>
          <p:cNvSpPr txBox="1"/>
          <p:nvPr/>
        </p:nvSpPr>
        <p:spPr>
          <a:xfrm>
            <a:off x="1031241" y="2120051"/>
            <a:ext cx="3398519" cy="1772793"/>
          </a:xfrm>
          <a:prstGeom prst="rect">
            <a:avLst/>
          </a:prstGeom>
          <a:noFill/>
        </p:spPr>
        <p:txBody>
          <a:bodyPr wrap="square" rtlCol="0">
            <a:spAutoFit/>
          </a:bodyPr>
          <a:lstStyle/>
          <a:p>
            <a:r>
              <a:rPr lang="en-US" sz="1560" dirty="0">
                <a:latin typeface="Arial" panose="020B0604020202020204" pitchFamily="34" charset="0"/>
                <a:cs typeface="Arial" panose="020B0604020202020204" pitchFamily="34" charset="0"/>
              </a:rPr>
              <a:t>Crocodilians refers to an order of reptiles that includes all members of the Family </a:t>
            </a:r>
            <a:r>
              <a:rPr lang="en-US" sz="1560" i="1" dirty="0" err="1">
                <a:latin typeface="Arial" panose="020B0604020202020204" pitchFamily="34" charset="0"/>
                <a:cs typeface="Arial" panose="020B0604020202020204" pitchFamily="34" charset="0"/>
              </a:rPr>
              <a:t>Crocodylidae</a:t>
            </a:r>
            <a:r>
              <a:rPr lang="en-US" sz="1560" dirty="0">
                <a:latin typeface="Arial" panose="020B0604020202020204" pitchFamily="34" charset="0"/>
                <a:cs typeface="Arial" panose="020B0604020202020204" pitchFamily="34" charset="0"/>
              </a:rPr>
              <a:t> (“true” crocodiles), Family </a:t>
            </a:r>
            <a:r>
              <a:rPr lang="en-US" sz="1560" i="1" dirty="0" err="1">
                <a:latin typeface="Arial" panose="020B0604020202020204" pitchFamily="34" charset="0"/>
                <a:cs typeface="Arial" panose="020B0604020202020204" pitchFamily="34" charset="0"/>
              </a:rPr>
              <a:t>Alligatoridae</a:t>
            </a:r>
            <a:r>
              <a:rPr lang="en-US" sz="1560" dirty="0">
                <a:latin typeface="Arial" panose="020B0604020202020204" pitchFamily="34" charset="0"/>
                <a:cs typeface="Arial" panose="020B0604020202020204" pitchFamily="34" charset="0"/>
              </a:rPr>
              <a:t> (alligators and caimans) and Family </a:t>
            </a:r>
            <a:r>
              <a:rPr lang="en-US" sz="1560" i="1" dirty="0">
                <a:latin typeface="Arial" panose="020B0604020202020204" pitchFamily="34" charset="0"/>
                <a:cs typeface="Arial" panose="020B0604020202020204" pitchFamily="34" charset="0"/>
              </a:rPr>
              <a:t>Gavialidae </a:t>
            </a:r>
            <a:r>
              <a:rPr lang="en-US" sz="1560" dirty="0">
                <a:latin typeface="Arial" panose="020B0604020202020204" pitchFamily="34" charset="0"/>
                <a:cs typeface="Arial" panose="020B0604020202020204" pitchFamily="34" charset="0"/>
              </a:rPr>
              <a:t>(gharials and </a:t>
            </a:r>
            <a:r>
              <a:rPr lang="en-US" sz="1560" dirty="0" err="1">
                <a:latin typeface="Arial" panose="020B0604020202020204" pitchFamily="34" charset="0"/>
                <a:cs typeface="Arial" panose="020B0604020202020204" pitchFamily="34" charset="0"/>
              </a:rPr>
              <a:t>tomistomas</a:t>
            </a:r>
            <a:r>
              <a:rPr lang="en-US" sz="1560" dirty="0">
                <a:latin typeface="Arial" panose="020B0604020202020204" pitchFamily="34" charset="0"/>
                <a:cs typeface="Arial" panose="020B0604020202020204" pitchFamily="34" charset="0"/>
              </a:rPr>
              <a:t>).</a:t>
            </a:r>
            <a:endParaRPr lang="en-US" sz="1560"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8" name="TextBox 7"/>
          <p:cNvSpPr txBox="1"/>
          <p:nvPr/>
        </p:nvSpPr>
        <p:spPr>
          <a:xfrm>
            <a:off x="1031241" y="3849256"/>
            <a:ext cx="3451859" cy="412421"/>
          </a:xfrm>
          <a:prstGeom prst="rect">
            <a:avLst/>
          </a:prstGeom>
          <a:noFill/>
        </p:spPr>
        <p:txBody>
          <a:bodyPr wrap="square" rtlCol="0">
            <a:spAutoFit/>
          </a:bodyPr>
          <a:lstStyle/>
          <a:p>
            <a:r>
              <a:rPr lang="en-US" sz="2080" dirty="0">
                <a:solidFill>
                  <a:srgbClr val="36472C"/>
                </a:solidFill>
                <a:latin typeface="Bahnschrift SemiBold" panose="020B0502040204020203" pitchFamily="34" charset="0"/>
              </a:rPr>
              <a:t>How do they communicate?</a:t>
            </a:r>
          </a:p>
        </p:txBody>
      </p:sp>
      <p:sp>
        <p:nvSpPr>
          <p:cNvPr id="9" name="TextBox 8"/>
          <p:cNvSpPr txBox="1"/>
          <p:nvPr/>
        </p:nvSpPr>
        <p:spPr>
          <a:xfrm>
            <a:off x="1031241" y="4186814"/>
            <a:ext cx="3398519" cy="1772793"/>
          </a:xfrm>
          <a:prstGeom prst="rect">
            <a:avLst/>
          </a:prstGeom>
          <a:noFill/>
        </p:spPr>
        <p:txBody>
          <a:bodyPr wrap="square" rtlCol="0">
            <a:spAutoFit/>
          </a:bodyPr>
          <a:lstStyle/>
          <a:p>
            <a:r>
              <a:rPr lang="en-US" sz="1560" dirty="0">
                <a:latin typeface="Arial" panose="020B0604020202020204" pitchFamily="34" charset="0"/>
                <a:cs typeface="Arial" panose="020B0604020202020204" pitchFamily="34" charset="0"/>
              </a:rPr>
              <a:t>These species use bellows, hisses, and underwater calls to communicate, defend territory, and attract mates. Mother crocodilians can even detect their babies’ contact calls before the eggs hatch, allowing them to prepare for the hatchlings. </a:t>
            </a:r>
            <a:endParaRPr lang="en-US" sz="1560"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0" name="TextBox 9"/>
          <p:cNvSpPr txBox="1"/>
          <p:nvPr/>
        </p:nvSpPr>
        <p:spPr>
          <a:xfrm>
            <a:off x="4585971" y="3847020"/>
            <a:ext cx="3451859" cy="412421"/>
          </a:xfrm>
          <a:prstGeom prst="rect">
            <a:avLst/>
          </a:prstGeom>
          <a:noFill/>
          <a:effectLst/>
        </p:spPr>
        <p:txBody>
          <a:bodyPr wrap="square" rtlCol="0">
            <a:spAutoFit/>
          </a:bodyPr>
          <a:lstStyle/>
          <a:p>
            <a:r>
              <a:rPr lang="en-US" sz="2080" dirty="0">
                <a:solidFill>
                  <a:srgbClr val="36472C"/>
                </a:solidFill>
                <a:latin typeface="Bahnschrift SemiBold" panose="020B0502040204020203" pitchFamily="34" charset="0"/>
              </a:rPr>
              <a:t>Why does it matter?</a:t>
            </a:r>
          </a:p>
        </p:txBody>
      </p:sp>
      <p:sp>
        <p:nvSpPr>
          <p:cNvPr id="11" name="TextBox 10"/>
          <p:cNvSpPr txBox="1"/>
          <p:nvPr/>
        </p:nvSpPr>
        <p:spPr>
          <a:xfrm>
            <a:off x="4757422" y="4199746"/>
            <a:ext cx="3398519" cy="1292662"/>
          </a:xfrm>
          <a:prstGeom prst="rect">
            <a:avLst/>
          </a:prstGeom>
          <a:noFill/>
        </p:spPr>
        <p:txBody>
          <a:bodyPr wrap="square" rtlCol="0">
            <a:spAutoFit/>
          </a:bodyPr>
          <a:lstStyle/>
          <a:p>
            <a:r>
              <a:rPr lang="en-US" sz="1560" dirty="0">
                <a:latin typeface="Arial" panose="020B0604020202020204" pitchFamily="34" charset="0"/>
                <a:cs typeface="Arial" panose="020B0604020202020204" pitchFamily="34" charset="0"/>
              </a:rPr>
              <a:t>Scientists are learning more about how these animals produce and perceive sound, and how human-made noise can impact their behavior and communication.</a:t>
            </a:r>
          </a:p>
        </p:txBody>
      </p:sp>
      <p:cxnSp>
        <p:nvCxnSpPr>
          <p:cNvPr id="13" name="Straight Connector 12"/>
          <p:cNvCxnSpPr/>
          <p:nvPr/>
        </p:nvCxnSpPr>
        <p:spPr>
          <a:xfrm>
            <a:off x="4536441" y="3880530"/>
            <a:ext cx="0" cy="2080487"/>
          </a:xfrm>
          <a:prstGeom prst="line">
            <a:avLst/>
          </a:prstGeom>
          <a:ln w="3175">
            <a:solidFill>
              <a:srgbClr val="36472C"/>
            </a:solidFill>
          </a:ln>
        </p:spPr>
        <p:style>
          <a:lnRef idx="2">
            <a:schemeClr val="accent1"/>
          </a:lnRef>
          <a:fillRef idx="0">
            <a:schemeClr val="accent1"/>
          </a:fillRef>
          <a:effectRef idx="1">
            <a:schemeClr val="accent1"/>
          </a:effectRef>
          <a:fontRef idx="minor">
            <a:schemeClr val="tx1"/>
          </a:fontRef>
        </p:style>
      </p:cxn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96460" y="1817028"/>
            <a:ext cx="3520440" cy="1853628"/>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cxnSp>
        <p:nvCxnSpPr>
          <p:cNvPr id="15" name="Straight Connector 14"/>
          <p:cNvCxnSpPr/>
          <p:nvPr/>
        </p:nvCxnSpPr>
        <p:spPr>
          <a:xfrm flipH="1">
            <a:off x="1237154" y="6195516"/>
            <a:ext cx="1995283" cy="0"/>
          </a:xfrm>
          <a:prstGeom prst="line">
            <a:avLst/>
          </a:prstGeom>
          <a:ln w="3175">
            <a:solidFill>
              <a:srgbClr val="36472C"/>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a:endCxn id="19" idx="3"/>
          </p:cNvCxnSpPr>
          <p:nvPr/>
        </p:nvCxnSpPr>
        <p:spPr>
          <a:xfrm flipH="1">
            <a:off x="5863274" y="6179412"/>
            <a:ext cx="2490962" cy="6188"/>
          </a:xfrm>
          <a:prstGeom prst="line">
            <a:avLst/>
          </a:prstGeom>
          <a:ln w="3175">
            <a:solidFill>
              <a:srgbClr val="36472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73769" y="5952683"/>
            <a:ext cx="2389505" cy="465833"/>
          </a:xfrm>
          <a:prstGeom prst="rect">
            <a:avLst/>
          </a:prstGeom>
          <a:noFill/>
        </p:spPr>
        <p:txBody>
          <a:bodyPr wrap="square" rtlCol="0">
            <a:spAutoFit/>
          </a:bodyPr>
          <a:lstStyle/>
          <a:p>
            <a:r>
              <a:rPr lang="en-US" sz="2427" dirty="0">
                <a:solidFill>
                  <a:srgbClr val="36472C"/>
                </a:solidFill>
                <a:latin typeface="Bahnschrift SemiBold" panose="020B0502040204020203" pitchFamily="34" charset="0"/>
              </a:rPr>
              <a:t>Sample Signals</a:t>
            </a:r>
          </a:p>
        </p:txBody>
      </p:sp>
      <p:sp>
        <p:nvSpPr>
          <p:cNvPr id="20" name="TextBox 19"/>
          <p:cNvSpPr txBox="1"/>
          <p:nvPr/>
        </p:nvSpPr>
        <p:spPr>
          <a:xfrm>
            <a:off x="1557195" y="6425455"/>
            <a:ext cx="1554479" cy="305789"/>
          </a:xfrm>
          <a:prstGeom prst="rect">
            <a:avLst/>
          </a:prstGeom>
          <a:noFill/>
        </p:spPr>
        <p:txBody>
          <a:bodyPr wrap="square" rtlCol="0">
            <a:spAutoFit/>
          </a:bodyPr>
          <a:lstStyle/>
          <a:p>
            <a:r>
              <a:rPr lang="en-US" sz="1387" dirty="0">
                <a:latin typeface="Arial" panose="020B0604020202020204" pitchFamily="34" charset="0"/>
                <a:cs typeface="Arial" panose="020B0604020202020204" pitchFamily="34" charset="0"/>
              </a:rPr>
              <a:t>(a) Pre-hatching</a:t>
            </a:r>
            <a:endParaRPr lang="en-US" sz="1387"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1" name="TextBox 20"/>
          <p:cNvSpPr txBox="1"/>
          <p:nvPr/>
        </p:nvSpPr>
        <p:spPr>
          <a:xfrm>
            <a:off x="3500296" y="6425455"/>
            <a:ext cx="1554479" cy="305789"/>
          </a:xfrm>
          <a:prstGeom prst="rect">
            <a:avLst/>
          </a:prstGeom>
          <a:noFill/>
        </p:spPr>
        <p:txBody>
          <a:bodyPr wrap="square" rtlCol="0">
            <a:spAutoFit/>
          </a:bodyPr>
          <a:lstStyle/>
          <a:p>
            <a:r>
              <a:rPr lang="en-US" sz="1387" dirty="0">
                <a:latin typeface="Arial" panose="020B0604020202020204" pitchFamily="34" charset="0"/>
                <a:cs typeface="Arial" panose="020B0604020202020204" pitchFamily="34" charset="0"/>
              </a:rPr>
              <a:t>(b) Contact</a:t>
            </a:r>
            <a:endParaRPr lang="en-US" sz="1387"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2" name="TextBox 21"/>
          <p:cNvSpPr txBox="1"/>
          <p:nvPr/>
        </p:nvSpPr>
        <p:spPr>
          <a:xfrm>
            <a:off x="5186855" y="6425455"/>
            <a:ext cx="1554479" cy="305789"/>
          </a:xfrm>
          <a:prstGeom prst="rect">
            <a:avLst/>
          </a:prstGeom>
          <a:noFill/>
        </p:spPr>
        <p:txBody>
          <a:bodyPr wrap="square" rtlCol="0">
            <a:spAutoFit/>
          </a:bodyPr>
          <a:lstStyle/>
          <a:p>
            <a:r>
              <a:rPr lang="en-US" sz="1387" dirty="0">
                <a:latin typeface="Arial" panose="020B0604020202020204" pitchFamily="34" charset="0"/>
                <a:cs typeface="Arial" panose="020B0604020202020204" pitchFamily="34" charset="0"/>
              </a:rPr>
              <a:t>(c) Distress</a:t>
            </a:r>
            <a:endParaRPr lang="en-US" sz="1387"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3" name="TextBox 22"/>
          <p:cNvSpPr txBox="1"/>
          <p:nvPr/>
        </p:nvSpPr>
        <p:spPr>
          <a:xfrm>
            <a:off x="6873415" y="6423584"/>
            <a:ext cx="1554479" cy="305789"/>
          </a:xfrm>
          <a:prstGeom prst="rect">
            <a:avLst/>
          </a:prstGeom>
          <a:noFill/>
        </p:spPr>
        <p:txBody>
          <a:bodyPr wrap="square" rtlCol="0">
            <a:spAutoFit/>
          </a:bodyPr>
          <a:lstStyle/>
          <a:p>
            <a:r>
              <a:rPr lang="en-US" sz="1387" dirty="0">
                <a:latin typeface="Arial" panose="020B0604020202020204" pitchFamily="34" charset="0"/>
                <a:cs typeface="Arial" panose="020B0604020202020204" pitchFamily="34" charset="0"/>
              </a:rPr>
              <a:t>(d) Hissing</a:t>
            </a:r>
            <a:endParaRPr lang="en-US" sz="1387"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4" name="TextBox 23"/>
          <p:cNvSpPr txBox="1"/>
          <p:nvPr/>
        </p:nvSpPr>
        <p:spPr>
          <a:xfrm>
            <a:off x="4178474" y="8249373"/>
            <a:ext cx="1554479" cy="305789"/>
          </a:xfrm>
          <a:prstGeom prst="rect">
            <a:avLst/>
          </a:prstGeom>
          <a:noFill/>
        </p:spPr>
        <p:txBody>
          <a:bodyPr wrap="square" rtlCol="0">
            <a:spAutoFit/>
          </a:bodyPr>
          <a:lstStyle/>
          <a:p>
            <a:r>
              <a:rPr lang="en-US" sz="1387" dirty="0">
                <a:latin typeface="Arial" panose="020B0604020202020204" pitchFamily="34" charset="0"/>
                <a:cs typeface="Arial" panose="020B0604020202020204" pitchFamily="34" charset="0"/>
              </a:rPr>
              <a:t>(f) Bellow</a:t>
            </a:r>
            <a:endParaRPr lang="en-US" sz="1387"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25" name="Picture 24"/>
          <p:cNvPicPr>
            <a:picLocks noChangeAspect="1"/>
          </p:cNvPicPr>
          <p:nvPr/>
        </p:nvPicPr>
        <p:blipFill>
          <a:blip r:embed="rId3"/>
          <a:stretch>
            <a:fillRect/>
          </a:stretch>
        </p:blipFill>
        <p:spPr>
          <a:xfrm>
            <a:off x="1724837" y="8509324"/>
            <a:ext cx="1767839" cy="1340970"/>
          </a:xfrm>
          <a:prstGeom prst="rect">
            <a:avLst/>
          </a:prstGeom>
        </p:spPr>
      </p:pic>
      <p:sp>
        <p:nvSpPr>
          <p:cNvPr id="26" name="TextBox 25"/>
          <p:cNvSpPr txBox="1"/>
          <p:nvPr/>
        </p:nvSpPr>
        <p:spPr>
          <a:xfrm>
            <a:off x="1861993" y="8248431"/>
            <a:ext cx="1643032" cy="305789"/>
          </a:xfrm>
          <a:prstGeom prst="rect">
            <a:avLst/>
          </a:prstGeom>
          <a:noFill/>
        </p:spPr>
        <p:txBody>
          <a:bodyPr wrap="square" rtlCol="0">
            <a:spAutoFit/>
          </a:bodyPr>
          <a:lstStyle/>
          <a:p>
            <a:r>
              <a:rPr lang="en-US" sz="1387" dirty="0">
                <a:latin typeface="Arial" panose="020B0604020202020204" pitchFamily="34" charset="0"/>
                <a:cs typeface="Arial" panose="020B0604020202020204" pitchFamily="34" charset="0"/>
              </a:rPr>
              <a:t>(e) Cough/Rumble</a:t>
            </a:r>
            <a:endParaRPr lang="en-US" sz="1387"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27" name="Picture 26">
            <a:extLst>
              <a:ext uri="{FF2B5EF4-FFF2-40B4-BE49-F238E27FC236}">
                <a16:creationId xmlns:a16="http://schemas.microsoft.com/office/drawing/2014/main" xmlns="" id="{6C1E4E83-660E-F3A2-96E4-B85B671A1376}"/>
              </a:ext>
            </a:extLst>
          </p:cNvPr>
          <p:cNvPicPr>
            <a:picLocks noChangeAspect="1"/>
          </p:cNvPicPr>
          <p:nvPr/>
        </p:nvPicPr>
        <p:blipFill rotWithShape="1">
          <a:blip r:embed="rId4"/>
          <a:srcRect t="11765"/>
          <a:stretch/>
        </p:blipFill>
        <p:spPr>
          <a:xfrm>
            <a:off x="1237156" y="6696306"/>
            <a:ext cx="1875792" cy="1488881"/>
          </a:xfrm>
          <a:prstGeom prst="rect">
            <a:avLst/>
          </a:prstGeom>
        </p:spPr>
      </p:pic>
      <p:pic>
        <p:nvPicPr>
          <p:cNvPr id="28" name="Picture 27">
            <a:extLst>
              <a:ext uri="{FF2B5EF4-FFF2-40B4-BE49-F238E27FC236}">
                <a16:creationId xmlns:a16="http://schemas.microsoft.com/office/drawing/2014/main" xmlns="" id="{E612CF93-4C76-465A-99EA-07537EADD0CD}"/>
              </a:ext>
            </a:extLst>
          </p:cNvPr>
          <p:cNvPicPr>
            <a:picLocks noChangeAspect="1"/>
          </p:cNvPicPr>
          <p:nvPr/>
        </p:nvPicPr>
        <p:blipFill rotWithShape="1">
          <a:blip r:embed="rId5"/>
          <a:srcRect t="9369"/>
          <a:stretch/>
        </p:blipFill>
        <p:spPr>
          <a:xfrm>
            <a:off x="3073747" y="6660284"/>
            <a:ext cx="1881968" cy="1522899"/>
          </a:xfrm>
          <a:prstGeom prst="rect">
            <a:avLst/>
          </a:prstGeom>
        </p:spPr>
      </p:pic>
      <p:pic>
        <p:nvPicPr>
          <p:cNvPr id="29" name="Picture 28">
            <a:extLst>
              <a:ext uri="{FF2B5EF4-FFF2-40B4-BE49-F238E27FC236}">
                <a16:creationId xmlns:a16="http://schemas.microsoft.com/office/drawing/2014/main" xmlns="" id="{76234D2F-1D98-2A80-6CF1-AE7FB218CA57}"/>
              </a:ext>
            </a:extLst>
          </p:cNvPr>
          <p:cNvPicPr>
            <a:picLocks noChangeAspect="1"/>
          </p:cNvPicPr>
          <p:nvPr/>
        </p:nvPicPr>
        <p:blipFill rotWithShape="1">
          <a:blip r:embed="rId6"/>
          <a:srcRect t="12148"/>
          <a:stretch/>
        </p:blipFill>
        <p:spPr>
          <a:xfrm>
            <a:off x="5095414" y="6697743"/>
            <a:ext cx="1351455" cy="1450887"/>
          </a:xfrm>
          <a:prstGeom prst="rect">
            <a:avLst/>
          </a:prstGeom>
        </p:spPr>
      </p:pic>
      <p:pic>
        <p:nvPicPr>
          <p:cNvPr id="30" name="Picture 29">
            <a:extLst>
              <a:ext uri="{FF2B5EF4-FFF2-40B4-BE49-F238E27FC236}">
                <a16:creationId xmlns:a16="http://schemas.microsoft.com/office/drawing/2014/main" xmlns="" id="{A6261976-725B-7A51-DF64-DD18C9897BBC}"/>
              </a:ext>
            </a:extLst>
          </p:cNvPr>
          <p:cNvPicPr>
            <a:picLocks noChangeAspect="1"/>
          </p:cNvPicPr>
          <p:nvPr/>
        </p:nvPicPr>
        <p:blipFill rotWithShape="1">
          <a:blip r:embed="rId7"/>
          <a:srcRect t="9134"/>
          <a:stretch/>
        </p:blipFill>
        <p:spPr>
          <a:xfrm>
            <a:off x="6645041" y="6696306"/>
            <a:ext cx="1652042" cy="1381423"/>
          </a:xfrm>
          <a:prstGeom prst="rect">
            <a:avLst/>
          </a:prstGeom>
        </p:spPr>
      </p:pic>
      <p:cxnSp>
        <p:nvCxnSpPr>
          <p:cNvPr id="32" name="Straight Connector 31"/>
          <p:cNvCxnSpPr/>
          <p:nvPr/>
        </p:nvCxnSpPr>
        <p:spPr>
          <a:xfrm>
            <a:off x="1442896" y="8212431"/>
            <a:ext cx="6705600" cy="0"/>
          </a:xfrm>
          <a:prstGeom prst="line">
            <a:avLst/>
          </a:prstGeom>
          <a:ln w="317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33" name="Picture 32">
            <a:extLst>
              <a:ext uri="{FF2B5EF4-FFF2-40B4-BE49-F238E27FC236}">
                <a16:creationId xmlns:a16="http://schemas.microsoft.com/office/drawing/2014/main" xmlns="" id="{3173F7E5-5346-E9AD-881A-5D40E4DAEF2B}"/>
              </a:ext>
            </a:extLst>
          </p:cNvPr>
          <p:cNvPicPr>
            <a:picLocks noChangeAspect="1"/>
          </p:cNvPicPr>
          <p:nvPr/>
        </p:nvPicPr>
        <p:blipFill rotWithShape="1">
          <a:blip r:embed="rId8"/>
          <a:srcRect t="33405"/>
          <a:stretch/>
        </p:blipFill>
        <p:spPr>
          <a:xfrm>
            <a:off x="3629834" y="8509323"/>
            <a:ext cx="4594861" cy="1234629"/>
          </a:xfrm>
          <a:prstGeom prst="rect">
            <a:avLst/>
          </a:prstGeom>
        </p:spPr>
      </p:pic>
      <p:cxnSp>
        <p:nvCxnSpPr>
          <p:cNvPr id="34" name="Straight Connector 33"/>
          <p:cNvCxnSpPr/>
          <p:nvPr/>
        </p:nvCxnSpPr>
        <p:spPr>
          <a:xfrm>
            <a:off x="1336215" y="9734588"/>
            <a:ext cx="6705600" cy="0"/>
          </a:xfrm>
          <a:prstGeom prst="line">
            <a:avLst/>
          </a:prstGeom>
          <a:ln w="317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1260014" y="10381494"/>
            <a:ext cx="7071360" cy="0"/>
          </a:xfrm>
          <a:prstGeom prst="line">
            <a:avLst/>
          </a:prstGeom>
          <a:ln>
            <a:solidFill>
              <a:srgbClr val="36472C"/>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527985" y="9848405"/>
            <a:ext cx="6703057" cy="492635"/>
          </a:xfrm>
          <a:prstGeom prst="rect">
            <a:avLst/>
          </a:prstGeom>
          <a:noFill/>
        </p:spPr>
        <p:txBody>
          <a:bodyPr wrap="square" rtlCol="0">
            <a:spAutoFit/>
          </a:bodyPr>
          <a:lstStyle/>
          <a:p>
            <a:r>
              <a:rPr lang="en-US" sz="867" dirty="0">
                <a:latin typeface="Arial" panose="020B0604020202020204" pitchFamily="34" charset="0"/>
                <a:cs typeface="Arial" panose="020B0604020202020204" pitchFamily="34" charset="0"/>
              </a:rPr>
              <a:t>Acoustic signals used by crocodilians: (a) pre-hatching calls of embryos </a:t>
            </a:r>
            <a:r>
              <a:rPr lang="en-US" sz="867" dirty="0"/>
              <a:t>(</a:t>
            </a:r>
            <a:r>
              <a:rPr lang="en-US" sz="867" dirty="0" err="1"/>
              <a:t>Vergne</a:t>
            </a:r>
            <a:r>
              <a:rPr lang="en-US" sz="867" dirty="0"/>
              <a:t> et al. 2009, Biol. Rev.), (b) juvenile contact calls (</a:t>
            </a:r>
            <a:r>
              <a:rPr lang="en-US" sz="867" dirty="0" err="1"/>
              <a:t>Vergne</a:t>
            </a:r>
            <a:r>
              <a:rPr lang="en-US" sz="867" dirty="0"/>
              <a:t> et al. 2009, Biol. Rev.), (c) juvenile distress calls (</a:t>
            </a:r>
            <a:r>
              <a:rPr lang="en-US" sz="867" dirty="0" err="1"/>
              <a:t>Vergne</a:t>
            </a:r>
            <a:r>
              <a:rPr lang="en-US" sz="867" dirty="0"/>
              <a:t> et al. 2009, Biol. Rev.), (d )juvenile/adult hissing call (</a:t>
            </a:r>
            <a:r>
              <a:rPr lang="en-US" sz="867" dirty="0" err="1"/>
              <a:t>Vergne</a:t>
            </a:r>
            <a:r>
              <a:rPr lang="en-US" sz="867" dirty="0"/>
              <a:t> et al. 2009, Biol. Rev.), (e) adult rumble (</a:t>
            </a:r>
            <a:r>
              <a:rPr lang="en-US" sz="867" dirty="0" err="1"/>
              <a:t>Staniewicz</a:t>
            </a:r>
            <a:r>
              <a:rPr lang="en-US" sz="867" dirty="0"/>
              <a:t> et al. 2022, Bioacoustics), (f)  adult bellow (Jensen et al. 2022, Anim. </a:t>
            </a:r>
            <a:r>
              <a:rPr lang="en-US" sz="867" dirty="0" err="1"/>
              <a:t>Behav</a:t>
            </a:r>
            <a:r>
              <a:rPr lang="en-US" sz="867" dirty="0"/>
              <a:t>)</a:t>
            </a:r>
            <a:endParaRPr lang="en-US" sz="867"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34</TotalTime>
  <Words>248</Words>
  <Application>Microsoft Office PowerPoint</Application>
  <PresentationFormat>Custom</PresentationFormat>
  <Paragraphs>15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Bahnschrift SemiBold</vt:lpstr>
      <vt:lpstr>Calibri</vt:lpstr>
      <vt:lpstr>Sans Serif Collection</vt:lpstr>
      <vt:lpstr>Office Theme</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Kasey</dc:creator>
  <cp:keywords/>
  <dc:description>generated using python-pptx</dc:description>
  <cp:lastModifiedBy>Kasey</cp:lastModifiedBy>
  <cp:revision>6</cp:revision>
  <dcterms:created xsi:type="dcterms:W3CDTF">2013-01-27T09:14:16Z</dcterms:created>
  <dcterms:modified xsi:type="dcterms:W3CDTF">2025-12-19T22:55:07Z</dcterms:modified>
  <cp:category/>
</cp:coreProperties>
</file>