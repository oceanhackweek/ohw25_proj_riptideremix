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</p:sldIdLst>
  <p:sldSz cx="21945600" cy="36576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2FEFE"/>
    <a:srgbClr val="F97777"/>
    <a:srgbClr val="BD92DE"/>
    <a:srgbClr val="FFFF6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>
        <p:scale>
          <a:sx n="100" d="100"/>
          <a:sy n="100" d="100"/>
        </p:scale>
        <p:origin x="29" y="83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43200" y="598593"/>
            <a:ext cx="16459200" cy="1273387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743200" y="1921087"/>
            <a:ext cx="16459200" cy="883073"/>
          </a:xfrm>
        </p:spPr>
        <p:txBody>
          <a:bodyPr/>
          <a:lstStyle>
            <a:lvl1pPr marL="0" indent="0" algn="ctr">
              <a:buNone/>
              <a:defRPr sz="1280"/>
            </a:lvl1pPr>
            <a:lvl2pPr marL="243825" indent="0" algn="ctr">
              <a:buNone/>
              <a:defRPr sz="1067"/>
            </a:lvl2pPr>
            <a:lvl3pPr marL="487650" indent="0" algn="ctr">
              <a:buNone/>
              <a:defRPr sz="960"/>
            </a:lvl3pPr>
            <a:lvl4pPr marL="731474" indent="0" algn="ctr">
              <a:buNone/>
              <a:defRPr sz="853"/>
            </a:lvl4pPr>
            <a:lvl5pPr marL="975299" indent="0" algn="ctr">
              <a:buNone/>
              <a:defRPr sz="853"/>
            </a:lvl5pPr>
            <a:lvl6pPr marL="1219124" indent="0" algn="ctr">
              <a:buNone/>
              <a:defRPr sz="853"/>
            </a:lvl6pPr>
            <a:lvl7pPr marL="1462949" indent="0" algn="ctr">
              <a:buNone/>
              <a:defRPr sz="853"/>
            </a:lvl7pPr>
            <a:lvl8pPr marL="1706773" indent="0" algn="ctr">
              <a:buNone/>
              <a:defRPr sz="853"/>
            </a:lvl8pPr>
            <a:lvl9pPr marL="1950598" indent="0" algn="ctr">
              <a:buNone/>
              <a:defRPr sz="853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C47A6-5A9B-4477-9C21-0076C406F3AE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6DDE4A-7354-47B5-93C8-FF66A9F1DD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4481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C47A6-5A9B-4477-9C21-0076C406F3AE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6DDE4A-7354-47B5-93C8-FF66A9F1DD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72338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97330" y="911860"/>
            <a:ext cx="18928080" cy="152146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97330" y="2447714"/>
            <a:ext cx="18928080" cy="800100"/>
          </a:xfrm>
        </p:spPr>
        <p:txBody>
          <a:bodyPr/>
          <a:lstStyle>
            <a:lvl1pPr marL="0" indent="0">
              <a:buNone/>
              <a:defRPr sz="1280">
                <a:solidFill>
                  <a:schemeClr val="tx1">
                    <a:tint val="75000"/>
                  </a:schemeClr>
                </a:solidFill>
              </a:defRPr>
            </a:lvl1pPr>
            <a:lvl2pPr marL="243825" indent="0">
              <a:buNone/>
              <a:defRPr sz="1067">
                <a:solidFill>
                  <a:schemeClr val="tx1">
                    <a:tint val="75000"/>
                  </a:schemeClr>
                </a:solidFill>
              </a:defRPr>
            </a:lvl2pPr>
            <a:lvl3pPr marL="487650" indent="0">
              <a:buNone/>
              <a:defRPr sz="960">
                <a:solidFill>
                  <a:schemeClr val="tx1">
                    <a:tint val="75000"/>
                  </a:schemeClr>
                </a:solidFill>
              </a:defRPr>
            </a:lvl3pPr>
            <a:lvl4pPr marL="731474" indent="0">
              <a:buNone/>
              <a:defRPr sz="853">
                <a:solidFill>
                  <a:schemeClr val="tx1">
                    <a:tint val="75000"/>
                  </a:schemeClr>
                </a:solidFill>
              </a:defRPr>
            </a:lvl4pPr>
            <a:lvl5pPr marL="975299" indent="0">
              <a:buNone/>
              <a:defRPr sz="853">
                <a:solidFill>
                  <a:schemeClr val="tx1">
                    <a:tint val="75000"/>
                  </a:schemeClr>
                </a:solidFill>
              </a:defRPr>
            </a:lvl5pPr>
            <a:lvl6pPr marL="1219124" indent="0">
              <a:buNone/>
              <a:defRPr sz="853">
                <a:solidFill>
                  <a:schemeClr val="tx1">
                    <a:tint val="75000"/>
                  </a:schemeClr>
                </a:solidFill>
              </a:defRPr>
            </a:lvl6pPr>
            <a:lvl7pPr marL="1462949" indent="0">
              <a:buNone/>
              <a:defRPr sz="853">
                <a:solidFill>
                  <a:schemeClr val="tx1">
                    <a:tint val="75000"/>
                  </a:schemeClr>
                </a:solidFill>
              </a:defRPr>
            </a:lvl7pPr>
            <a:lvl8pPr marL="1706773" indent="0">
              <a:buNone/>
              <a:defRPr sz="853">
                <a:solidFill>
                  <a:schemeClr val="tx1">
                    <a:tint val="75000"/>
                  </a:schemeClr>
                </a:solidFill>
              </a:defRPr>
            </a:lvl8pPr>
            <a:lvl9pPr marL="1950598" indent="0">
              <a:buNone/>
              <a:defRPr sz="85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C47A6-5A9B-4477-9C21-0076C406F3AE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6DDE4A-7354-47B5-93C8-FF66A9F1DD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35547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08760" y="973666"/>
            <a:ext cx="9326880" cy="2320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109960" y="973666"/>
            <a:ext cx="9326880" cy="2320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C47A6-5A9B-4477-9C21-0076C406F3AE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6DDE4A-7354-47B5-93C8-FF66A9F1DD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2342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11618" y="194734"/>
            <a:ext cx="18928080" cy="70696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11619" y="896620"/>
            <a:ext cx="9284017" cy="439420"/>
          </a:xfrm>
        </p:spPr>
        <p:txBody>
          <a:bodyPr anchor="b"/>
          <a:lstStyle>
            <a:lvl1pPr marL="0" indent="0">
              <a:buNone/>
              <a:defRPr sz="1280" b="1"/>
            </a:lvl1pPr>
            <a:lvl2pPr marL="243825" indent="0">
              <a:buNone/>
              <a:defRPr sz="1067" b="1"/>
            </a:lvl2pPr>
            <a:lvl3pPr marL="487650" indent="0">
              <a:buNone/>
              <a:defRPr sz="960" b="1"/>
            </a:lvl3pPr>
            <a:lvl4pPr marL="731474" indent="0">
              <a:buNone/>
              <a:defRPr sz="853" b="1"/>
            </a:lvl4pPr>
            <a:lvl5pPr marL="975299" indent="0">
              <a:buNone/>
              <a:defRPr sz="853" b="1"/>
            </a:lvl5pPr>
            <a:lvl6pPr marL="1219124" indent="0">
              <a:buNone/>
              <a:defRPr sz="853" b="1"/>
            </a:lvl6pPr>
            <a:lvl7pPr marL="1462949" indent="0">
              <a:buNone/>
              <a:defRPr sz="853" b="1"/>
            </a:lvl7pPr>
            <a:lvl8pPr marL="1706773" indent="0">
              <a:buNone/>
              <a:defRPr sz="853" b="1"/>
            </a:lvl8pPr>
            <a:lvl9pPr marL="1950598" indent="0">
              <a:buNone/>
              <a:defRPr sz="85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11619" y="1336040"/>
            <a:ext cx="9284017" cy="19651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1109960" y="896620"/>
            <a:ext cx="9329738" cy="439420"/>
          </a:xfrm>
        </p:spPr>
        <p:txBody>
          <a:bodyPr anchor="b"/>
          <a:lstStyle>
            <a:lvl1pPr marL="0" indent="0">
              <a:buNone/>
              <a:defRPr sz="1280" b="1"/>
            </a:lvl1pPr>
            <a:lvl2pPr marL="243825" indent="0">
              <a:buNone/>
              <a:defRPr sz="1067" b="1"/>
            </a:lvl2pPr>
            <a:lvl3pPr marL="487650" indent="0">
              <a:buNone/>
              <a:defRPr sz="960" b="1"/>
            </a:lvl3pPr>
            <a:lvl4pPr marL="731474" indent="0">
              <a:buNone/>
              <a:defRPr sz="853" b="1"/>
            </a:lvl4pPr>
            <a:lvl5pPr marL="975299" indent="0">
              <a:buNone/>
              <a:defRPr sz="853" b="1"/>
            </a:lvl5pPr>
            <a:lvl6pPr marL="1219124" indent="0">
              <a:buNone/>
              <a:defRPr sz="853" b="1"/>
            </a:lvl6pPr>
            <a:lvl7pPr marL="1462949" indent="0">
              <a:buNone/>
              <a:defRPr sz="853" b="1"/>
            </a:lvl7pPr>
            <a:lvl8pPr marL="1706773" indent="0">
              <a:buNone/>
              <a:defRPr sz="853" b="1"/>
            </a:lvl8pPr>
            <a:lvl9pPr marL="1950598" indent="0">
              <a:buNone/>
              <a:defRPr sz="85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1109960" y="1336040"/>
            <a:ext cx="9329738" cy="19651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C47A6-5A9B-4477-9C21-0076C406F3AE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6DDE4A-7354-47B5-93C8-FF66A9F1DD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90058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C47A6-5A9B-4477-9C21-0076C406F3AE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6DDE4A-7354-47B5-93C8-FF66A9F1DD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0671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C47A6-5A9B-4477-9C21-0076C406F3AE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6DDE4A-7354-47B5-93C8-FF66A9F1DD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01162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11619" y="243840"/>
            <a:ext cx="7078027" cy="853440"/>
          </a:xfrm>
        </p:spPr>
        <p:txBody>
          <a:bodyPr anchor="b"/>
          <a:lstStyle>
            <a:lvl1pPr>
              <a:defRPr sz="170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29738" y="526627"/>
            <a:ext cx="11109960" cy="2599267"/>
          </a:xfrm>
        </p:spPr>
        <p:txBody>
          <a:bodyPr/>
          <a:lstStyle>
            <a:lvl1pPr>
              <a:defRPr sz="1707"/>
            </a:lvl1pPr>
            <a:lvl2pPr>
              <a:defRPr sz="1493"/>
            </a:lvl2pPr>
            <a:lvl3pPr>
              <a:defRPr sz="128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511619" y="1097280"/>
            <a:ext cx="7078027" cy="2032847"/>
          </a:xfrm>
        </p:spPr>
        <p:txBody>
          <a:bodyPr/>
          <a:lstStyle>
            <a:lvl1pPr marL="0" indent="0">
              <a:buNone/>
              <a:defRPr sz="853"/>
            </a:lvl1pPr>
            <a:lvl2pPr marL="243825" indent="0">
              <a:buNone/>
              <a:defRPr sz="747"/>
            </a:lvl2pPr>
            <a:lvl3pPr marL="487650" indent="0">
              <a:buNone/>
              <a:defRPr sz="640"/>
            </a:lvl3pPr>
            <a:lvl4pPr marL="731474" indent="0">
              <a:buNone/>
              <a:defRPr sz="533"/>
            </a:lvl4pPr>
            <a:lvl5pPr marL="975299" indent="0">
              <a:buNone/>
              <a:defRPr sz="533"/>
            </a:lvl5pPr>
            <a:lvl6pPr marL="1219124" indent="0">
              <a:buNone/>
              <a:defRPr sz="533"/>
            </a:lvl6pPr>
            <a:lvl7pPr marL="1462949" indent="0">
              <a:buNone/>
              <a:defRPr sz="533"/>
            </a:lvl7pPr>
            <a:lvl8pPr marL="1706773" indent="0">
              <a:buNone/>
              <a:defRPr sz="533"/>
            </a:lvl8pPr>
            <a:lvl9pPr marL="1950598" indent="0">
              <a:buNone/>
              <a:defRPr sz="5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C47A6-5A9B-4477-9C21-0076C406F3AE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6DDE4A-7354-47B5-93C8-FF66A9F1DD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8944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11619" y="243840"/>
            <a:ext cx="7078027" cy="853440"/>
          </a:xfrm>
        </p:spPr>
        <p:txBody>
          <a:bodyPr anchor="b"/>
          <a:lstStyle>
            <a:lvl1pPr>
              <a:defRPr sz="170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329738" y="526627"/>
            <a:ext cx="11109960" cy="2599267"/>
          </a:xfrm>
        </p:spPr>
        <p:txBody>
          <a:bodyPr anchor="t"/>
          <a:lstStyle>
            <a:lvl1pPr marL="0" indent="0">
              <a:buNone/>
              <a:defRPr sz="1707"/>
            </a:lvl1pPr>
            <a:lvl2pPr marL="243825" indent="0">
              <a:buNone/>
              <a:defRPr sz="1493"/>
            </a:lvl2pPr>
            <a:lvl3pPr marL="487650" indent="0">
              <a:buNone/>
              <a:defRPr sz="1280"/>
            </a:lvl3pPr>
            <a:lvl4pPr marL="731474" indent="0">
              <a:buNone/>
              <a:defRPr sz="1067"/>
            </a:lvl4pPr>
            <a:lvl5pPr marL="975299" indent="0">
              <a:buNone/>
              <a:defRPr sz="1067"/>
            </a:lvl5pPr>
            <a:lvl6pPr marL="1219124" indent="0">
              <a:buNone/>
              <a:defRPr sz="1067"/>
            </a:lvl6pPr>
            <a:lvl7pPr marL="1462949" indent="0">
              <a:buNone/>
              <a:defRPr sz="1067"/>
            </a:lvl7pPr>
            <a:lvl8pPr marL="1706773" indent="0">
              <a:buNone/>
              <a:defRPr sz="1067"/>
            </a:lvl8pPr>
            <a:lvl9pPr marL="1950598" indent="0">
              <a:buNone/>
              <a:defRPr sz="1067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511619" y="1097280"/>
            <a:ext cx="7078027" cy="2032847"/>
          </a:xfrm>
        </p:spPr>
        <p:txBody>
          <a:bodyPr/>
          <a:lstStyle>
            <a:lvl1pPr marL="0" indent="0">
              <a:buNone/>
              <a:defRPr sz="853"/>
            </a:lvl1pPr>
            <a:lvl2pPr marL="243825" indent="0">
              <a:buNone/>
              <a:defRPr sz="747"/>
            </a:lvl2pPr>
            <a:lvl3pPr marL="487650" indent="0">
              <a:buNone/>
              <a:defRPr sz="640"/>
            </a:lvl3pPr>
            <a:lvl4pPr marL="731474" indent="0">
              <a:buNone/>
              <a:defRPr sz="533"/>
            </a:lvl4pPr>
            <a:lvl5pPr marL="975299" indent="0">
              <a:buNone/>
              <a:defRPr sz="533"/>
            </a:lvl5pPr>
            <a:lvl6pPr marL="1219124" indent="0">
              <a:buNone/>
              <a:defRPr sz="533"/>
            </a:lvl6pPr>
            <a:lvl7pPr marL="1462949" indent="0">
              <a:buNone/>
              <a:defRPr sz="533"/>
            </a:lvl7pPr>
            <a:lvl8pPr marL="1706773" indent="0">
              <a:buNone/>
              <a:defRPr sz="533"/>
            </a:lvl8pPr>
            <a:lvl9pPr marL="1950598" indent="0">
              <a:buNone/>
              <a:defRPr sz="5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C47A6-5A9B-4477-9C21-0076C406F3AE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6DDE4A-7354-47B5-93C8-FF66A9F1DD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63586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C47A6-5A9B-4477-9C21-0076C406F3AE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6DDE4A-7354-47B5-93C8-FF66A9F1DD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97618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5704820" y="194733"/>
            <a:ext cx="4732020" cy="309964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508760" y="194733"/>
            <a:ext cx="13921740" cy="309964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C47A6-5A9B-4477-9C21-0076C406F3AE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6DDE4A-7354-47B5-93C8-FF66A9F1DD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19457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508760" y="194734"/>
            <a:ext cx="18928080" cy="7069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08760" y="973666"/>
            <a:ext cx="18928080" cy="2320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508760" y="3390054"/>
            <a:ext cx="4937760" cy="1947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4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9C47A6-5A9B-4477-9C21-0076C406F3AE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269480" y="3390054"/>
            <a:ext cx="7406640" cy="1947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64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499080" y="3390054"/>
            <a:ext cx="4937760" cy="1947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4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46DDE4A-7354-47B5-93C8-FF66A9F1DD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51916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487650" rtl="0" eaLnBrk="1" latinLnBrk="0" hangingPunct="1">
        <a:lnSpc>
          <a:spcPct val="90000"/>
        </a:lnSpc>
        <a:spcBef>
          <a:spcPct val="0"/>
        </a:spcBef>
        <a:buNone/>
        <a:defRPr sz="234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21912" indent="-121912" algn="l" defTabSz="487650" rtl="0" eaLnBrk="1" latinLnBrk="0" hangingPunct="1">
        <a:lnSpc>
          <a:spcPct val="90000"/>
        </a:lnSpc>
        <a:spcBef>
          <a:spcPts val="533"/>
        </a:spcBef>
        <a:buFont typeface="Arial" panose="020B0604020202020204" pitchFamily="34" charset="0"/>
        <a:buChar char="•"/>
        <a:defRPr sz="1493" kern="1200">
          <a:solidFill>
            <a:schemeClr val="tx1"/>
          </a:solidFill>
          <a:latin typeface="+mn-lt"/>
          <a:ea typeface="+mn-ea"/>
          <a:cs typeface="+mn-cs"/>
        </a:defRPr>
      </a:lvl1pPr>
      <a:lvl2pPr marL="365737" indent="-121912" algn="l" defTabSz="487650" rtl="0" eaLnBrk="1" latinLnBrk="0" hangingPunct="1">
        <a:lnSpc>
          <a:spcPct val="90000"/>
        </a:lnSpc>
        <a:spcBef>
          <a:spcPts val="267"/>
        </a:spcBef>
        <a:buFont typeface="Arial" panose="020B0604020202020204" pitchFamily="34" charset="0"/>
        <a:buChar char="•"/>
        <a:defRPr sz="1280" kern="1200">
          <a:solidFill>
            <a:schemeClr val="tx1"/>
          </a:solidFill>
          <a:latin typeface="+mn-lt"/>
          <a:ea typeface="+mn-ea"/>
          <a:cs typeface="+mn-cs"/>
        </a:defRPr>
      </a:lvl2pPr>
      <a:lvl3pPr marL="609562" indent="-121912" algn="l" defTabSz="487650" rtl="0" eaLnBrk="1" latinLnBrk="0" hangingPunct="1">
        <a:lnSpc>
          <a:spcPct val="90000"/>
        </a:lnSpc>
        <a:spcBef>
          <a:spcPts val="267"/>
        </a:spcBef>
        <a:buFont typeface="Arial" panose="020B0604020202020204" pitchFamily="34" charset="0"/>
        <a:buChar char="•"/>
        <a:defRPr sz="1067" kern="1200">
          <a:solidFill>
            <a:schemeClr val="tx1"/>
          </a:solidFill>
          <a:latin typeface="+mn-lt"/>
          <a:ea typeface="+mn-ea"/>
          <a:cs typeface="+mn-cs"/>
        </a:defRPr>
      </a:lvl3pPr>
      <a:lvl4pPr marL="853387" indent="-121912" algn="l" defTabSz="487650" rtl="0" eaLnBrk="1" latinLnBrk="0" hangingPunct="1">
        <a:lnSpc>
          <a:spcPct val="90000"/>
        </a:lnSpc>
        <a:spcBef>
          <a:spcPts val="267"/>
        </a:spcBef>
        <a:buFont typeface="Arial" panose="020B0604020202020204" pitchFamily="34" charset="0"/>
        <a:buChar char="•"/>
        <a:defRPr sz="960" kern="1200">
          <a:solidFill>
            <a:schemeClr val="tx1"/>
          </a:solidFill>
          <a:latin typeface="+mn-lt"/>
          <a:ea typeface="+mn-ea"/>
          <a:cs typeface="+mn-cs"/>
        </a:defRPr>
      </a:lvl4pPr>
      <a:lvl5pPr marL="1097211" indent="-121912" algn="l" defTabSz="487650" rtl="0" eaLnBrk="1" latinLnBrk="0" hangingPunct="1">
        <a:lnSpc>
          <a:spcPct val="90000"/>
        </a:lnSpc>
        <a:spcBef>
          <a:spcPts val="267"/>
        </a:spcBef>
        <a:buFont typeface="Arial" panose="020B0604020202020204" pitchFamily="34" charset="0"/>
        <a:buChar char="•"/>
        <a:defRPr sz="960" kern="1200">
          <a:solidFill>
            <a:schemeClr val="tx1"/>
          </a:solidFill>
          <a:latin typeface="+mn-lt"/>
          <a:ea typeface="+mn-ea"/>
          <a:cs typeface="+mn-cs"/>
        </a:defRPr>
      </a:lvl5pPr>
      <a:lvl6pPr marL="1341036" indent="-121912" algn="l" defTabSz="487650" rtl="0" eaLnBrk="1" latinLnBrk="0" hangingPunct="1">
        <a:lnSpc>
          <a:spcPct val="90000"/>
        </a:lnSpc>
        <a:spcBef>
          <a:spcPts val="267"/>
        </a:spcBef>
        <a:buFont typeface="Arial" panose="020B0604020202020204" pitchFamily="34" charset="0"/>
        <a:buChar char="•"/>
        <a:defRPr sz="960" kern="1200">
          <a:solidFill>
            <a:schemeClr val="tx1"/>
          </a:solidFill>
          <a:latin typeface="+mn-lt"/>
          <a:ea typeface="+mn-ea"/>
          <a:cs typeface="+mn-cs"/>
        </a:defRPr>
      </a:lvl6pPr>
      <a:lvl7pPr marL="1584861" indent="-121912" algn="l" defTabSz="487650" rtl="0" eaLnBrk="1" latinLnBrk="0" hangingPunct="1">
        <a:lnSpc>
          <a:spcPct val="90000"/>
        </a:lnSpc>
        <a:spcBef>
          <a:spcPts val="267"/>
        </a:spcBef>
        <a:buFont typeface="Arial" panose="020B0604020202020204" pitchFamily="34" charset="0"/>
        <a:buChar char="•"/>
        <a:defRPr sz="960" kern="1200">
          <a:solidFill>
            <a:schemeClr val="tx1"/>
          </a:solidFill>
          <a:latin typeface="+mn-lt"/>
          <a:ea typeface="+mn-ea"/>
          <a:cs typeface="+mn-cs"/>
        </a:defRPr>
      </a:lvl7pPr>
      <a:lvl8pPr marL="1828686" indent="-121912" algn="l" defTabSz="487650" rtl="0" eaLnBrk="1" latinLnBrk="0" hangingPunct="1">
        <a:lnSpc>
          <a:spcPct val="90000"/>
        </a:lnSpc>
        <a:spcBef>
          <a:spcPts val="267"/>
        </a:spcBef>
        <a:buFont typeface="Arial" panose="020B0604020202020204" pitchFamily="34" charset="0"/>
        <a:buChar char="•"/>
        <a:defRPr sz="960" kern="1200">
          <a:solidFill>
            <a:schemeClr val="tx1"/>
          </a:solidFill>
          <a:latin typeface="+mn-lt"/>
          <a:ea typeface="+mn-ea"/>
          <a:cs typeface="+mn-cs"/>
        </a:defRPr>
      </a:lvl8pPr>
      <a:lvl9pPr marL="2072510" indent="-121912" algn="l" defTabSz="487650" rtl="0" eaLnBrk="1" latinLnBrk="0" hangingPunct="1">
        <a:lnSpc>
          <a:spcPct val="90000"/>
        </a:lnSpc>
        <a:spcBef>
          <a:spcPts val="267"/>
        </a:spcBef>
        <a:buFont typeface="Arial" panose="020B0604020202020204" pitchFamily="34" charset="0"/>
        <a:buChar char="•"/>
        <a:defRPr sz="96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87650" rtl="0" eaLnBrk="1" latinLnBrk="0" hangingPunct="1">
        <a:defRPr sz="960" kern="1200">
          <a:solidFill>
            <a:schemeClr val="tx1"/>
          </a:solidFill>
          <a:latin typeface="+mn-lt"/>
          <a:ea typeface="+mn-ea"/>
          <a:cs typeface="+mn-cs"/>
        </a:defRPr>
      </a:lvl1pPr>
      <a:lvl2pPr marL="243825" algn="l" defTabSz="487650" rtl="0" eaLnBrk="1" latinLnBrk="0" hangingPunct="1">
        <a:defRPr sz="960" kern="1200">
          <a:solidFill>
            <a:schemeClr val="tx1"/>
          </a:solidFill>
          <a:latin typeface="+mn-lt"/>
          <a:ea typeface="+mn-ea"/>
          <a:cs typeface="+mn-cs"/>
        </a:defRPr>
      </a:lvl2pPr>
      <a:lvl3pPr marL="487650" algn="l" defTabSz="487650" rtl="0" eaLnBrk="1" latinLnBrk="0" hangingPunct="1">
        <a:defRPr sz="960" kern="1200">
          <a:solidFill>
            <a:schemeClr val="tx1"/>
          </a:solidFill>
          <a:latin typeface="+mn-lt"/>
          <a:ea typeface="+mn-ea"/>
          <a:cs typeface="+mn-cs"/>
        </a:defRPr>
      </a:lvl3pPr>
      <a:lvl4pPr marL="731474" algn="l" defTabSz="487650" rtl="0" eaLnBrk="1" latinLnBrk="0" hangingPunct="1">
        <a:defRPr sz="960" kern="1200">
          <a:solidFill>
            <a:schemeClr val="tx1"/>
          </a:solidFill>
          <a:latin typeface="+mn-lt"/>
          <a:ea typeface="+mn-ea"/>
          <a:cs typeface="+mn-cs"/>
        </a:defRPr>
      </a:lvl4pPr>
      <a:lvl5pPr marL="975299" algn="l" defTabSz="487650" rtl="0" eaLnBrk="1" latinLnBrk="0" hangingPunct="1">
        <a:defRPr sz="960" kern="1200">
          <a:solidFill>
            <a:schemeClr val="tx1"/>
          </a:solidFill>
          <a:latin typeface="+mn-lt"/>
          <a:ea typeface="+mn-ea"/>
          <a:cs typeface="+mn-cs"/>
        </a:defRPr>
      </a:lvl5pPr>
      <a:lvl6pPr marL="1219124" algn="l" defTabSz="487650" rtl="0" eaLnBrk="1" latinLnBrk="0" hangingPunct="1">
        <a:defRPr sz="960" kern="1200">
          <a:solidFill>
            <a:schemeClr val="tx1"/>
          </a:solidFill>
          <a:latin typeface="+mn-lt"/>
          <a:ea typeface="+mn-ea"/>
          <a:cs typeface="+mn-cs"/>
        </a:defRPr>
      </a:lvl6pPr>
      <a:lvl7pPr marL="1462949" algn="l" defTabSz="487650" rtl="0" eaLnBrk="1" latinLnBrk="0" hangingPunct="1">
        <a:defRPr sz="960" kern="1200">
          <a:solidFill>
            <a:schemeClr val="tx1"/>
          </a:solidFill>
          <a:latin typeface="+mn-lt"/>
          <a:ea typeface="+mn-ea"/>
          <a:cs typeface="+mn-cs"/>
        </a:defRPr>
      </a:lvl7pPr>
      <a:lvl8pPr marL="1706773" algn="l" defTabSz="487650" rtl="0" eaLnBrk="1" latinLnBrk="0" hangingPunct="1">
        <a:defRPr sz="960" kern="1200">
          <a:solidFill>
            <a:schemeClr val="tx1"/>
          </a:solidFill>
          <a:latin typeface="+mn-lt"/>
          <a:ea typeface="+mn-ea"/>
          <a:cs typeface="+mn-cs"/>
        </a:defRPr>
      </a:lvl8pPr>
      <a:lvl9pPr marL="1950598" algn="l" defTabSz="487650" rtl="0" eaLnBrk="1" latinLnBrk="0" hangingPunct="1">
        <a:defRPr sz="9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1.png"/><Relationship Id="rId18" Type="http://schemas.openxmlformats.org/officeDocument/2006/relationships/image" Target="../media/image14.png"/><Relationship Id="rId26" Type="http://schemas.openxmlformats.org/officeDocument/2006/relationships/image" Target="../media/image18.png"/><Relationship Id="rId3" Type="http://schemas.openxmlformats.org/officeDocument/2006/relationships/image" Target="../media/image2.png"/><Relationship Id="rId21" Type="http://schemas.microsoft.com/office/2007/relationships/hdphoto" Target="../media/hdphoto5.wdp"/><Relationship Id="rId7" Type="http://schemas.openxmlformats.org/officeDocument/2006/relationships/image" Target="../media/image6.png"/><Relationship Id="rId12" Type="http://schemas.openxmlformats.org/officeDocument/2006/relationships/image" Target="../media/image10.png"/><Relationship Id="rId17" Type="http://schemas.microsoft.com/office/2007/relationships/hdphoto" Target="../media/hdphoto3.wdp"/><Relationship Id="rId25" Type="http://schemas.microsoft.com/office/2007/relationships/hdphoto" Target="../media/hdphoto7.wdp"/><Relationship Id="rId2" Type="http://schemas.openxmlformats.org/officeDocument/2006/relationships/image" Target="../media/image1.png"/><Relationship Id="rId16" Type="http://schemas.openxmlformats.org/officeDocument/2006/relationships/image" Target="../media/image13.png"/><Relationship Id="rId20" Type="http://schemas.openxmlformats.org/officeDocument/2006/relationships/image" Target="../media/image15.png"/><Relationship Id="rId29" Type="http://schemas.openxmlformats.org/officeDocument/2006/relationships/image" Target="../media/image2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9.png"/><Relationship Id="rId24" Type="http://schemas.openxmlformats.org/officeDocument/2006/relationships/image" Target="../media/image17.png"/><Relationship Id="rId5" Type="http://schemas.openxmlformats.org/officeDocument/2006/relationships/image" Target="../media/image4.png"/><Relationship Id="rId15" Type="http://schemas.openxmlformats.org/officeDocument/2006/relationships/image" Target="../media/image12.png"/><Relationship Id="rId23" Type="http://schemas.microsoft.com/office/2007/relationships/hdphoto" Target="../media/hdphoto6.wdp"/><Relationship Id="rId28" Type="http://schemas.openxmlformats.org/officeDocument/2006/relationships/image" Target="../media/image20.png"/><Relationship Id="rId10" Type="http://schemas.openxmlformats.org/officeDocument/2006/relationships/image" Target="../media/image8.png"/><Relationship Id="rId19" Type="http://schemas.microsoft.com/office/2007/relationships/hdphoto" Target="../media/hdphoto4.wdp"/><Relationship Id="rId4" Type="http://schemas.openxmlformats.org/officeDocument/2006/relationships/image" Target="../media/image3.png"/><Relationship Id="rId9" Type="http://schemas.microsoft.com/office/2007/relationships/hdphoto" Target="../media/hdphoto1.wdp"/><Relationship Id="rId14" Type="http://schemas.microsoft.com/office/2007/relationships/hdphoto" Target="../media/hdphoto2.wdp"/><Relationship Id="rId22" Type="http://schemas.openxmlformats.org/officeDocument/2006/relationships/image" Target="../media/image16.png"/><Relationship Id="rId27" Type="http://schemas.openxmlformats.org/officeDocument/2006/relationships/image" Target="../media/image19.png"/><Relationship Id="rId30" Type="http://schemas.microsoft.com/office/2007/relationships/hdphoto" Target="../media/hdphoto8.wdp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424" y="3196"/>
            <a:ext cx="21945600" cy="3657600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92144">
            <a:off x="3785758" y="2513409"/>
            <a:ext cx="1477999" cy="982596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784817">
            <a:off x="18287315" y="1411950"/>
            <a:ext cx="1966152" cy="1310768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61704" y="2261211"/>
            <a:ext cx="1073587" cy="1352550"/>
          </a:xfrm>
          <a:prstGeom prst="rect">
            <a:avLst/>
          </a:prstGeom>
        </p:spPr>
      </p:pic>
      <p:grpSp>
        <p:nvGrpSpPr>
          <p:cNvPr id="17" name="Group 16"/>
          <p:cNvGrpSpPr/>
          <p:nvPr/>
        </p:nvGrpSpPr>
        <p:grpSpPr>
          <a:xfrm>
            <a:off x="10258232" y="2950632"/>
            <a:ext cx="344910" cy="683785"/>
            <a:chOff x="10230096" y="2894360"/>
            <a:chExt cx="344910" cy="683785"/>
          </a:xfrm>
        </p:grpSpPr>
        <p:cxnSp>
          <p:nvCxnSpPr>
            <p:cNvPr id="9" name="Straight Connector 8"/>
            <p:cNvCxnSpPr/>
            <p:nvPr/>
          </p:nvCxnSpPr>
          <p:spPr>
            <a:xfrm flipV="1">
              <a:off x="10326351" y="2894360"/>
              <a:ext cx="248655" cy="166163"/>
            </a:xfrm>
            <a:prstGeom prst="line">
              <a:avLst/>
            </a:prstGeom>
            <a:ln w="28575"/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 flipH="1" flipV="1">
              <a:off x="10316826" y="3056362"/>
              <a:ext cx="171450" cy="152977"/>
            </a:xfrm>
            <a:prstGeom prst="line">
              <a:avLst/>
            </a:prstGeom>
            <a:ln w="28575"/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 flipV="1">
              <a:off x="10230096" y="3208763"/>
              <a:ext cx="239130" cy="186314"/>
            </a:xfrm>
            <a:prstGeom prst="line">
              <a:avLst/>
            </a:prstGeom>
            <a:ln w="28575"/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14" name="Straight Connector 13"/>
            <p:cNvCxnSpPr/>
            <p:nvPr/>
          </p:nvCxnSpPr>
          <p:spPr>
            <a:xfrm flipH="1" flipV="1">
              <a:off x="10242749" y="3395077"/>
              <a:ext cx="245527" cy="183068"/>
            </a:xfrm>
            <a:prstGeom prst="line">
              <a:avLst/>
            </a:prstGeom>
            <a:ln w="28575"/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</p:grpSp>
      <p:pic>
        <p:nvPicPr>
          <p:cNvPr id="18" name="Picture 17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107295">
            <a:off x="13626557" y="2150013"/>
            <a:ext cx="1530935" cy="1021899"/>
          </a:xfrm>
          <a:prstGeom prst="rect">
            <a:avLst/>
          </a:prstGeom>
        </p:spPr>
      </p:pic>
      <p:pic>
        <p:nvPicPr>
          <p:cNvPr id="19" name="Picture 18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9170" y="2118559"/>
            <a:ext cx="1079365" cy="718268"/>
          </a:xfrm>
          <a:prstGeom prst="rect">
            <a:avLst/>
          </a:prstGeom>
        </p:spPr>
      </p:pic>
      <p:pic>
        <p:nvPicPr>
          <p:cNvPr id="20" name="Picture 19"/>
          <p:cNvPicPr>
            <a:picLocks noChangeAspect="1"/>
          </p:cNvPicPr>
          <p:nvPr/>
        </p:nvPicPr>
        <p:blipFill>
          <a:blip r:embed="rId8" cstate="print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ackgroundRemoval t="10000" b="90000" l="10000" r="90000">
                        <a14:backgroundMark x1="20098" y1="52632" x2="54902" y2="88366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32298" y="-154072"/>
            <a:ext cx="4461607" cy="2631765"/>
          </a:xfrm>
          <a:prstGeom prst="rect">
            <a:avLst/>
          </a:prstGeom>
        </p:spPr>
      </p:pic>
      <p:pic>
        <p:nvPicPr>
          <p:cNvPr id="21" name="Picture 20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06232" y="2435703"/>
            <a:ext cx="1557952" cy="976317"/>
          </a:xfrm>
          <a:prstGeom prst="rect">
            <a:avLst/>
          </a:prstGeom>
        </p:spPr>
      </p:pic>
      <p:pic>
        <p:nvPicPr>
          <p:cNvPr id="23" name="Picture 22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769610" flipH="1">
            <a:off x="16181962" y="2029143"/>
            <a:ext cx="1980610" cy="1322057"/>
          </a:xfrm>
          <a:prstGeom prst="rect">
            <a:avLst/>
          </a:prstGeom>
        </p:spPr>
      </p:pic>
      <p:pic>
        <p:nvPicPr>
          <p:cNvPr id="24" name="Picture 23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5176" y="3013247"/>
            <a:ext cx="1043603" cy="507017"/>
          </a:xfrm>
          <a:prstGeom prst="rect">
            <a:avLst/>
          </a:prstGeom>
        </p:spPr>
      </p:pic>
      <p:pic>
        <p:nvPicPr>
          <p:cNvPr id="25" name="Picture 24"/>
          <p:cNvPicPr>
            <a:picLocks noChangeAspect="1"/>
          </p:cNvPicPr>
          <p:nvPr/>
        </p:nvPicPr>
        <p:blipFill>
          <a:blip r:embed="rId13" cstate="print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ackgroundRemoval t="10000" b="90000" l="10000" r="90000">
                        <a14:backgroundMark x1="23203" y1="58430" x2="43464" y2="85219"/>
                        <a14:backgroundMark x1="77288" y1="48730" x2="68464" y2="80831"/>
                        <a14:backgroundMark x1="18137" y1="32564" x2="31863" y2="16859"/>
                        <a14:backgroundMark x1="68954" y1="15242" x2="76797" y2="2378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01799" y="156856"/>
            <a:ext cx="1865376" cy="1319784"/>
          </a:xfrm>
          <a:prstGeom prst="rect">
            <a:avLst/>
          </a:prstGeom>
        </p:spPr>
      </p:pic>
      <p:pic>
        <p:nvPicPr>
          <p:cNvPr id="26" name="Picture 25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573297" y="306761"/>
            <a:ext cx="1496840" cy="843674"/>
          </a:xfrm>
          <a:prstGeom prst="rect">
            <a:avLst/>
          </a:prstGeom>
        </p:spPr>
      </p:pic>
      <p:pic>
        <p:nvPicPr>
          <p:cNvPr id="29" name="Picture 28"/>
          <p:cNvPicPr>
            <a:picLocks noChangeAspect="1"/>
          </p:cNvPicPr>
          <p:nvPr/>
        </p:nvPicPr>
        <p:blipFill>
          <a:blip r:embed="rId16" cstate="print">
            <a:extLst>
              <a:ext uri="{BEBA8EAE-BF5A-486C-A8C5-ECC9F3942E4B}">
                <a14:imgProps xmlns:a14="http://schemas.microsoft.com/office/drawing/2010/main">
                  <a14:imgLayer r:embed="rId17">
                    <a14:imgEffect>
                      <a14:backgroundRemoval t="0" b="89898" l="10802" r="89962">
                        <a14:foregroundMark x1="35188" y1="15778" x2="39498" y2="8173"/>
                        <a14:foregroundMark x1="38189" y1="8173" x2="44845" y2="2611"/>
                        <a14:backgroundMark x1="71358" y1="18615" x2="74032" y2="46765"/>
                        <a14:backgroundMark x1="34479" y1="6129" x2="39498" y2="227"/>
                        <a14:backgroundMark x1="57829" y1="1249" x2="37480" y2="227"/>
                        <a14:backgroundMark x1="21801" y1="28079" x2="36019" y2="80296"/>
                        <a14:backgroundMark x1="52133" y1="60099" x2="51422" y2="83251"/>
                        <a14:backgroundMark x1="67080" y1="20067" x2="67080" y2="20067"/>
                        <a14:backgroundMark x1="44313" y1="66010" x2="55450" y2="54680"/>
                        <a14:backgroundMark x1="65640" y1="18227" x2="69194" y2="51724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07449" y="1577224"/>
            <a:ext cx="1752967" cy="842125"/>
          </a:xfrm>
          <a:prstGeom prst="rect">
            <a:avLst/>
          </a:prstGeom>
        </p:spPr>
      </p:pic>
      <p:pic>
        <p:nvPicPr>
          <p:cNvPr id="30" name="Picture 29"/>
          <p:cNvPicPr>
            <a:picLocks noChangeAspect="1"/>
          </p:cNvPicPr>
          <p:nvPr/>
        </p:nvPicPr>
        <p:blipFill>
          <a:blip r:embed="rId18" cstate="print">
            <a:extLst>
              <a:ext uri="{BEBA8EAE-BF5A-486C-A8C5-ECC9F3942E4B}">
                <a14:imgProps xmlns:a14="http://schemas.microsoft.com/office/drawing/2010/main">
                  <a14:imgLayer r:embed="rId19">
                    <a14:imgEffect>
                      <a14:backgroundRemoval t="9820" b="96794" l="0" r="100000">
                        <a14:foregroundMark x1="41830" y1="34870" x2="41830" y2="34870"/>
                        <a14:foregroundMark x1="45915" y1="58116" x2="45915" y2="58116"/>
                        <a14:foregroundMark x1="38562" y1="64128" x2="38562" y2="64128"/>
                        <a14:foregroundMark x1="86928" y1="63727" x2="86928" y2="6372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06024" y="99871"/>
            <a:ext cx="1865376" cy="1520952"/>
          </a:xfrm>
          <a:prstGeom prst="rect">
            <a:avLst/>
          </a:prstGeom>
        </p:spPr>
      </p:pic>
      <p:pic>
        <p:nvPicPr>
          <p:cNvPr id="31" name="Picture 30"/>
          <p:cNvPicPr>
            <a:picLocks noChangeAspect="1"/>
          </p:cNvPicPr>
          <p:nvPr/>
        </p:nvPicPr>
        <p:blipFill>
          <a:blip r:embed="rId20" cstate="print">
            <a:extLst>
              <a:ext uri="{BEBA8EAE-BF5A-486C-A8C5-ECC9F3942E4B}">
                <a14:imgProps xmlns:a14="http://schemas.microsoft.com/office/drawing/2010/main">
                  <a14:imgLayer r:embed="rId21">
                    <a14:imgEffect>
                      <a14:backgroundRemoval t="10000" b="90000" l="10000" r="90000">
                        <a14:backgroundMark x1="51364" y1="54659" x2="54091" y2="50455"/>
                        <a14:backgroundMark x1="41818" y1="56136" x2="40909" y2="58068"/>
                        <a14:backgroundMark x1="42879" y1="77273" x2="43333" y2="77386"/>
                        <a14:backgroundMark x1="43636" y1="76477" x2="43636" y2="76477"/>
                        <a14:backgroundMark x1="33333" y1="75114" x2="33333" y2="75114"/>
                        <a14:backgroundMark x1="33030" y1="77045" x2="33030" y2="77045"/>
                        <a14:backgroundMark x1="33333" y1="81136" x2="33333" y2="81136"/>
                        <a14:backgroundMark x1="34242" y1="79318" x2="34242" y2="7931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72635" y="-199973"/>
            <a:ext cx="1408974" cy="1878632"/>
          </a:xfrm>
          <a:prstGeom prst="rect">
            <a:avLst/>
          </a:prstGeom>
        </p:spPr>
      </p:pic>
      <p:grpSp>
        <p:nvGrpSpPr>
          <p:cNvPr id="3" name="Group 2"/>
          <p:cNvGrpSpPr/>
          <p:nvPr/>
        </p:nvGrpSpPr>
        <p:grpSpPr>
          <a:xfrm rot="3795156">
            <a:off x="7866167" y="1262796"/>
            <a:ext cx="709276" cy="660545"/>
            <a:chOff x="11598616" y="1710313"/>
            <a:chExt cx="709276" cy="660545"/>
          </a:xfrm>
        </p:grpSpPr>
        <p:sp>
          <p:nvSpPr>
            <p:cNvPr id="32" name="Arc 31"/>
            <p:cNvSpPr/>
            <p:nvPr/>
          </p:nvSpPr>
          <p:spPr>
            <a:xfrm>
              <a:off x="11598616" y="1869668"/>
              <a:ext cx="391776" cy="310690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Arc 32"/>
            <p:cNvSpPr/>
            <p:nvPr/>
          </p:nvSpPr>
          <p:spPr>
            <a:xfrm>
              <a:off x="11598616" y="1784113"/>
              <a:ext cx="544176" cy="51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Arc 33"/>
            <p:cNvSpPr/>
            <p:nvPr/>
          </p:nvSpPr>
          <p:spPr>
            <a:xfrm>
              <a:off x="11681412" y="1710313"/>
              <a:ext cx="626480" cy="66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" name="Group 1"/>
          <p:cNvGrpSpPr/>
          <p:nvPr/>
        </p:nvGrpSpPr>
        <p:grpSpPr>
          <a:xfrm>
            <a:off x="9065907" y="-84666"/>
            <a:ext cx="2743200" cy="1692465"/>
            <a:chOff x="7843964" y="-125167"/>
            <a:chExt cx="2743200" cy="1692465"/>
          </a:xfrm>
        </p:grpSpPr>
        <p:grpSp>
          <p:nvGrpSpPr>
            <p:cNvPr id="46" name="Group 45"/>
            <p:cNvGrpSpPr/>
            <p:nvPr/>
          </p:nvGrpSpPr>
          <p:grpSpPr>
            <a:xfrm>
              <a:off x="8173150" y="644726"/>
              <a:ext cx="485799" cy="922572"/>
              <a:chOff x="10323318" y="523533"/>
              <a:chExt cx="485799" cy="922572"/>
            </a:xfrm>
          </p:grpSpPr>
          <p:cxnSp>
            <p:nvCxnSpPr>
              <p:cNvPr id="36" name="Straight Connector 35"/>
              <p:cNvCxnSpPr/>
              <p:nvPr/>
            </p:nvCxnSpPr>
            <p:spPr>
              <a:xfrm flipV="1">
                <a:off x="10560462" y="724904"/>
                <a:ext cx="248655" cy="166163"/>
              </a:xfrm>
              <a:prstGeom prst="line">
                <a:avLst/>
              </a:prstGeom>
              <a:ln w="28575">
                <a:solidFill>
                  <a:srgbClr val="FFFF65"/>
                </a:solidFill>
              </a:ln>
            </p:spPr>
            <p:style>
              <a:lnRef idx="2">
                <a:schemeClr val="accent4"/>
              </a:lnRef>
              <a:fillRef idx="0">
                <a:schemeClr val="accent4"/>
              </a:fillRef>
              <a:effectRef idx="1">
                <a:schemeClr val="accent4"/>
              </a:effectRef>
              <a:fontRef idx="minor">
                <a:schemeClr val="tx1"/>
              </a:fontRef>
            </p:style>
          </p:cxnSp>
          <p:grpSp>
            <p:nvGrpSpPr>
              <p:cNvPr id="45" name="Group 44"/>
              <p:cNvGrpSpPr/>
              <p:nvPr/>
            </p:nvGrpSpPr>
            <p:grpSpPr>
              <a:xfrm>
                <a:off x="10323318" y="523533"/>
                <a:ext cx="470535" cy="922572"/>
                <a:chOff x="11611710" y="372074"/>
                <a:chExt cx="470535" cy="922572"/>
              </a:xfrm>
            </p:grpSpPr>
            <p:cxnSp>
              <p:nvCxnSpPr>
                <p:cNvPr id="37" name="Straight Connector 36"/>
                <p:cNvCxnSpPr/>
                <p:nvPr/>
              </p:nvCxnSpPr>
              <p:spPr>
                <a:xfrm flipH="1" flipV="1">
                  <a:off x="11824065" y="735540"/>
                  <a:ext cx="171450" cy="152977"/>
                </a:xfrm>
                <a:prstGeom prst="line">
                  <a:avLst/>
                </a:prstGeom>
                <a:ln w="28575">
                  <a:solidFill>
                    <a:srgbClr val="FFFF65"/>
                  </a:solidFill>
                </a:ln>
              </p:spPr>
              <p:style>
                <a:lnRef idx="2">
                  <a:schemeClr val="accent4"/>
                </a:lnRef>
                <a:fillRef idx="0">
                  <a:schemeClr val="accent4"/>
                </a:fillRef>
                <a:effectRef idx="1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38" name="Straight Connector 37"/>
                <p:cNvCxnSpPr/>
                <p:nvPr/>
              </p:nvCxnSpPr>
              <p:spPr>
                <a:xfrm flipV="1">
                  <a:off x="11737335" y="887941"/>
                  <a:ext cx="239130" cy="186314"/>
                </a:xfrm>
                <a:prstGeom prst="line">
                  <a:avLst/>
                </a:prstGeom>
                <a:ln w="28575">
                  <a:solidFill>
                    <a:srgbClr val="FFFF65"/>
                  </a:solidFill>
                </a:ln>
              </p:spPr>
              <p:style>
                <a:lnRef idx="2">
                  <a:schemeClr val="accent4"/>
                </a:lnRef>
                <a:fillRef idx="0">
                  <a:schemeClr val="accent4"/>
                </a:fillRef>
                <a:effectRef idx="1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39" name="Straight Connector 38"/>
                <p:cNvCxnSpPr/>
                <p:nvPr/>
              </p:nvCxnSpPr>
              <p:spPr>
                <a:xfrm flipH="1" flipV="1">
                  <a:off x="11749988" y="1074255"/>
                  <a:ext cx="245527" cy="183068"/>
                </a:xfrm>
                <a:prstGeom prst="line">
                  <a:avLst/>
                </a:prstGeom>
                <a:ln w="28575">
                  <a:solidFill>
                    <a:srgbClr val="FFFF65"/>
                  </a:solidFill>
                </a:ln>
              </p:spPr>
              <p:style>
                <a:lnRef idx="2">
                  <a:schemeClr val="accent4"/>
                </a:lnRef>
                <a:fillRef idx="0">
                  <a:schemeClr val="accent4"/>
                </a:fillRef>
                <a:effectRef idx="1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0" name="Straight Connector 39"/>
                <p:cNvCxnSpPr/>
                <p:nvPr/>
              </p:nvCxnSpPr>
              <p:spPr>
                <a:xfrm flipH="1" flipV="1">
                  <a:off x="11732572" y="514100"/>
                  <a:ext cx="248655" cy="166163"/>
                </a:xfrm>
                <a:prstGeom prst="line">
                  <a:avLst/>
                </a:prstGeom>
                <a:ln w="28575">
                  <a:solidFill>
                    <a:srgbClr val="FFFF65"/>
                  </a:solidFill>
                </a:ln>
              </p:spPr>
              <p:style>
                <a:lnRef idx="2">
                  <a:schemeClr val="accent4"/>
                </a:lnRef>
                <a:fillRef idx="0">
                  <a:schemeClr val="accent4"/>
                </a:fillRef>
                <a:effectRef idx="1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1" name="Straight Connector 40"/>
                <p:cNvCxnSpPr/>
                <p:nvPr/>
              </p:nvCxnSpPr>
              <p:spPr>
                <a:xfrm flipV="1">
                  <a:off x="11665897" y="1141669"/>
                  <a:ext cx="171450" cy="152977"/>
                </a:xfrm>
                <a:prstGeom prst="line">
                  <a:avLst/>
                </a:prstGeom>
                <a:ln w="28575">
                  <a:solidFill>
                    <a:srgbClr val="FFFF65"/>
                  </a:solidFill>
                </a:ln>
              </p:spPr>
              <p:style>
                <a:lnRef idx="2">
                  <a:schemeClr val="accent4"/>
                </a:lnRef>
                <a:fillRef idx="0">
                  <a:schemeClr val="accent4"/>
                </a:fillRef>
                <a:effectRef idx="1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Straight Connector 41"/>
                <p:cNvCxnSpPr/>
                <p:nvPr/>
              </p:nvCxnSpPr>
              <p:spPr>
                <a:xfrm flipH="1" flipV="1">
                  <a:off x="11611710" y="788667"/>
                  <a:ext cx="239130" cy="186314"/>
                </a:xfrm>
                <a:prstGeom prst="line">
                  <a:avLst/>
                </a:prstGeom>
                <a:ln w="28575">
                  <a:solidFill>
                    <a:srgbClr val="FFFF65"/>
                  </a:solidFill>
                </a:ln>
              </p:spPr>
              <p:style>
                <a:lnRef idx="2">
                  <a:schemeClr val="accent4"/>
                </a:lnRef>
                <a:fillRef idx="0">
                  <a:schemeClr val="accent4"/>
                </a:fillRef>
                <a:effectRef idx="1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Connector 42"/>
                <p:cNvCxnSpPr/>
                <p:nvPr/>
              </p:nvCxnSpPr>
              <p:spPr>
                <a:xfrm>
                  <a:off x="11799120" y="372074"/>
                  <a:ext cx="283125" cy="196464"/>
                </a:xfrm>
                <a:prstGeom prst="line">
                  <a:avLst/>
                </a:prstGeom>
                <a:ln w="28575">
                  <a:solidFill>
                    <a:srgbClr val="FFFF65"/>
                  </a:solidFill>
                </a:ln>
              </p:spPr>
              <p:style>
                <a:lnRef idx="2">
                  <a:schemeClr val="accent4"/>
                </a:lnRef>
                <a:fillRef idx="0">
                  <a:schemeClr val="accent4"/>
                </a:fillRef>
                <a:effectRef idx="1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  <p:pic>
          <p:nvPicPr>
            <p:cNvPr id="28" name="Picture 27"/>
            <p:cNvPicPr>
              <a:picLocks noChangeAspect="1"/>
            </p:cNvPicPr>
            <p:nvPr/>
          </p:nvPicPr>
          <p:blipFill>
            <a:blip r:embed="rId22" cstate="print">
              <a:extLst>
                <a:ext uri="{BEBA8EAE-BF5A-486C-A8C5-ECC9F3942E4B}">
                  <a14:imgProps xmlns:a14="http://schemas.microsoft.com/office/drawing/2010/main">
                    <a14:imgLayer r:embed="rId23">
                      <a14:imgEffect>
                        <a14:backgroundRemoval t="4924" b="100000" l="0" r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843964" y="-125167"/>
              <a:ext cx="2743200" cy="1097280"/>
            </a:xfrm>
            <a:prstGeom prst="rect">
              <a:avLst/>
            </a:prstGeom>
          </p:spPr>
        </p:pic>
      </p:grpSp>
      <p:pic>
        <p:nvPicPr>
          <p:cNvPr id="22" name="Picture 21"/>
          <p:cNvPicPr>
            <a:picLocks noChangeAspect="1"/>
          </p:cNvPicPr>
          <p:nvPr/>
        </p:nvPicPr>
        <p:blipFill>
          <a:blip r:embed="rId24" cstate="print">
            <a:extLst>
              <a:ext uri="{BEBA8EAE-BF5A-486C-A8C5-ECC9F3942E4B}">
                <a14:imgProps xmlns:a14="http://schemas.microsoft.com/office/drawing/2010/main">
                  <a14:imgLayer r:embed="rId25">
                    <a14:imgEffect>
                      <a14:backgroundRemoval t="455" b="99432" l="7758" r="88747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0986" y="18232"/>
            <a:ext cx="2021430" cy="1516073"/>
          </a:xfrm>
          <a:prstGeom prst="rect">
            <a:avLst/>
          </a:prstGeom>
        </p:spPr>
      </p:pic>
      <p:pic>
        <p:nvPicPr>
          <p:cNvPr id="48" name="Picture 47"/>
          <p:cNvPicPr>
            <a:picLocks noChangeAspect="1"/>
          </p:cNvPicPr>
          <p:nvPr/>
        </p:nvPicPr>
        <p:blipFill>
          <a:blip r:embed="rId2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757316" flipH="1">
            <a:off x="5868914" y="1626996"/>
            <a:ext cx="2079937" cy="1388358"/>
          </a:xfrm>
          <a:prstGeom prst="rect">
            <a:avLst/>
          </a:prstGeom>
        </p:spPr>
      </p:pic>
      <p:pic>
        <p:nvPicPr>
          <p:cNvPr id="49" name="Picture 48"/>
          <p:cNvPicPr>
            <a:picLocks noChangeAspect="1"/>
          </p:cNvPicPr>
          <p:nvPr/>
        </p:nvPicPr>
        <p:blipFill>
          <a:blip r:embed="rId2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767080" y="189470"/>
            <a:ext cx="1966253" cy="921399"/>
          </a:xfrm>
          <a:prstGeom prst="rect">
            <a:avLst/>
          </a:prstGeom>
        </p:spPr>
      </p:pic>
      <p:grpSp>
        <p:nvGrpSpPr>
          <p:cNvPr id="8" name="Group 7"/>
          <p:cNvGrpSpPr/>
          <p:nvPr/>
        </p:nvGrpSpPr>
        <p:grpSpPr>
          <a:xfrm>
            <a:off x="10085442" y="1476716"/>
            <a:ext cx="2119349" cy="922090"/>
            <a:chOff x="10085442" y="1476716"/>
            <a:chExt cx="2119349" cy="922090"/>
          </a:xfrm>
        </p:grpSpPr>
        <p:pic>
          <p:nvPicPr>
            <p:cNvPr id="27" name="Picture 26"/>
            <p:cNvPicPr>
              <a:picLocks noChangeAspect="1"/>
            </p:cNvPicPr>
            <p:nvPr/>
          </p:nvPicPr>
          <p:blipFill>
            <a:blip r:embed="rId2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85442" y="1476716"/>
              <a:ext cx="2119349" cy="699385"/>
            </a:xfrm>
            <a:prstGeom prst="rect">
              <a:avLst/>
            </a:prstGeom>
          </p:spPr>
        </p:pic>
        <p:grpSp>
          <p:nvGrpSpPr>
            <p:cNvPr id="52" name="Group 51"/>
            <p:cNvGrpSpPr/>
            <p:nvPr/>
          </p:nvGrpSpPr>
          <p:grpSpPr>
            <a:xfrm>
              <a:off x="11477652" y="1738261"/>
              <a:ext cx="709276" cy="660545"/>
              <a:chOff x="11598616" y="1710313"/>
              <a:chExt cx="709276" cy="660545"/>
            </a:xfrm>
          </p:grpSpPr>
          <p:sp>
            <p:nvSpPr>
              <p:cNvPr id="53" name="Arc 52"/>
              <p:cNvSpPr/>
              <p:nvPr/>
            </p:nvSpPr>
            <p:spPr>
              <a:xfrm>
                <a:off x="11598616" y="1869668"/>
                <a:ext cx="391776" cy="310690"/>
              </a:xfrm>
              <a:prstGeom prst="arc">
                <a:avLst>
                  <a:gd name="adj1" fmla="val 16200000"/>
                  <a:gd name="adj2" fmla="val 4211935"/>
                </a:avLst>
              </a:prstGeom>
              <a:ln w="19050"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" name="Arc 53"/>
              <p:cNvSpPr/>
              <p:nvPr/>
            </p:nvSpPr>
            <p:spPr>
              <a:xfrm>
                <a:off x="11598616" y="1784113"/>
                <a:ext cx="544176" cy="510545"/>
              </a:xfrm>
              <a:prstGeom prst="arc">
                <a:avLst>
                  <a:gd name="adj1" fmla="val 16200000"/>
                  <a:gd name="adj2" fmla="val 4211935"/>
                </a:avLst>
              </a:prstGeom>
              <a:ln w="19050"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5" name="Arc 54"/>
              <p:cNvSpPr/>
              <p:nvPr/>
            </p:nvSpPr>
            <p:spPr>
              <a:xfrm>
                <a:off x="11681412" y="1710313"/>
                <a:ext cx="626480" cy="660545"/>
              </a:xfrm>
              <a:prstGeom prst="arc">
                <a:avLst>
                  <a:gd name="adj1" fmla="val 16200000"/>
                  <a:gd name="adj2" fmla="val 4211935"/>
                </a:avLst>
              </a:prstGeom>
              <a:ln w="19050"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6" name="Group 55"/>
          <p:cNvGrpSpPr/>
          <p:nvPr/>
        </p:nvGrpSpPr>
        <p:grpSpPr>
          <a:xfrm rot="5400000">
            <a:off x="3756447" y="1316664"/>
            <a:ext cx="709276" cy="660545"/>
            <a:chOff x="11598616" y="1710313"/>
            <a:chExt cx="709276" cy="660545"/>
          </a:xfrm>
        </p:grpSpPr>
        <p:sp>
          <p:nvSpPr>
            <p:cNvPr id="57" name="Arc 56"/>
            <p:cNvSpPr/>
            <p:nvPr/>
          </p:nvSpPr>
          <p:spPr>
            <a:xfrm>
              <a:off x="11598616" y="1869668"/>
              <a:ext cx="391776" cy="310690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Arc 57"/>
            <p:cNvSpPr/>
            <p:nvPr/>
          </p:nvSpPr>
          <p:spPr>
            <a:xfrm>
              <a:off x="11598616" y="1784113"/>
              <a:ext cx="544176" cy="51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Arc 58"/>
            <p:cNvSpPr/>
            <p:nvPr/>
          </p:nvSpPr>
          <p:spPr>
            <a:xfrm>
              <a:off x="11681412" y="1710313"/>
              <a:ext cx="626480" cy="66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0" name="Group 59"/>
          <p:cNvGrpSpPr/>
          <p:nvPr/>
        </p:nvGrpSpPr>
        <p:grpSpPr>
          <a:xfrm rot="5400000">
            <a:off x="15577059" y="1316414"/>
            <a:ext cx="709276" cy="660545"/>
            <a:chOff x="11598616" y="1710313"/>
            <a:chExt cx="709276" cy="660545"/>
          </a:xfrm>
        </p:grpSpPr>
        <p:sp>
          <p:nvSpPr>
            <p:cNvPr id="61" name="Arc 60"/>
            <p:cNvSpPr/>
            <p:nvPr/>
          </p:nvSpPr>
          <p:spPr>
            <a:xfrm>
              <a:off x="11598616" y="1869668"/>
              <a:ext cx="391776" cy="310690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Arc 61"/>
            <p:cNvSpPr/>
            <p:nvPr/>
          </p:nvSpPr>
          <p:spPr>
            <a:xfrm>
              <a:off x="11598616" y="1784113"/>
              <a:ext cx="544176" cy="51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Arc 62"/>
            <p:cNvSpPr/>
            <p:nvPr/>
          </p:nvSpPr>
          <p:spPr>
            <a:xfrm>
              <a:off x="11681412" y="1710313"/>
              <a:ext cx="626480" cy="66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4" name="Group 63"/>
          <p:cNvGrpSpPr/>
          <p:nvPr/>
        </p:nvGrpSpPr>
        <p:grpSpPr>
          <a:xfrm rot="12617209">
            <a:off x="3486123" y="2325121"/>
            <a:ext cx="709276" cy="660545"/>
            <a:chOff x="11598616" y="1710313"/>
            <a:chExt cx="709276" cy="660545"/>
          </a:xfrm>
        </p:grpSpPr>
        <p:sp>
          <p:nvSpPr>
            <p:cNvPr id="65" name="Arc 64"/>
            <p:cNvSpPr/>
            <p:nvPr/>
          </p:nvSpPr>
          <p:spPr>
            <a:xfrm>
              <a:off x="11598616" y="1869668"/>
              <a:ext cx="391776" cy="310690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Arc 65"/>
            <p:cNvSpPr/>
            <p:nvPr/>
          </p:nvSpPr>
          <p:spPr>
            <a:xfrm>
              <a:off x="11598616" y="1784113"/>
              <a:ext cx="544176" cy="51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Arc 66"/>
            <p:cNvSpPr/>
            <p:nvPr/>
          </p:nvSpPr>
          <p:spPr>
            <a:xfrm>
              <a:off x="11681412" y="1710313"/>
              <a:ext cx="626480" cy="66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8" name="Group 67"/>
          <p:cNvGrpSpPr/>
          <p:nvPr/>
        </p:nvGrpSpPr>
        <p:grpSpPr>
          <a:xfrm rot="12103752">
            <a:off x="1164602" y="1933090"/>
            <a:ext cx="709276" cy="660545"/>
            <a:chOff x="11598616" y="1710313"/>
            <a:chExt cx="709276" cy="660545"/>
          </a:xfrm>
        </p:grpSpPr>
        <p:sp>
          <p:nvSpPr>
            <p:cNvPr id="69" name="Arc 68"/>
            <p:cNvSpPr/>
            <p:nvPr/>
          </p:nvSpPr>
          <p:spPr>
            <a:xfrm>
              <a:off x="11598616" y="1869668"/>
              <a:ext cx="391776" cy="310690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Arc 69"/>
            <p:cNvSpPr/>
            <p:nvPr/>
          </p:nvSpPr>
          <p:spPr>
            <a:xfrm>
              <a:off x="11598616" y="1784113"/>
              <a:ext cx="544176" cy="51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Arc 70"/>
            <p:cNvSpPr/>
            <p:nvPr/>
          </p:nvSpPr>
          <p:spPr>
            <a:xfrm>
              <a:off x="11681412" y="1710313"/>
              <a:ext cx="626480" cy="66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2" name="Group 71"/>
          <p:cNvGrpSpPr/>
          <p:nvPr/>
        </p:nvGrpSpPr>
        <p:grpSpPr>
          <a:xfrm rot="20498571">
            <a:off x="7689504" y="1845827"/>
            <a:ext cx="709276" cy="660545"/>
            <a:chOff x="11598616" y="1710313"/>
            <a:chExt cx="709276" cy="660545"/>
          </a:xfrm>
        </p:grpSpPr>
        <p:sp>
          <p:nvSpPr>
            <p:cNvPr id="73" name="Arc 72"/>
            <p:cNvSpPr/>
            <p:nvPr/>
          </p:nvSpPr>
          <p:spPr>
            <a:xfrm>
              <a:off x="11598616" y="1869668"/>
              <a:ext cx="391776" cy="310690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Arc 73"/>
            <p:cNvSpPr/>
            <p:nvPr/>
          </p:nvSpPr>
          <p:spPr>
            <a:xfrm>
              <a:off x="11598616" y="1784113"/>
              <a:ext cx="544176" cy="51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Arc 74"/>
            <p:cNvSpPr/>
            <p:nvPr/>
          </p:nvSpPr>
          <p:spPr>
            <a:xfrm>
              <a:off x="11681412" y="1710313"/>
              <a:ext cx="626480" cy="66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6" name="Group 75"/>
          <p:cNvGrpSpPr/>
          <p:nvPr/>
        </p:nvGrpSpPr>
        <p:grpSpPr>
          <a:xfrm rot="581297">
            <a:off x="893580" y="2945280"/>
            <a:ext cx="709276" cy="660545"/>
            <a:chOff x="11598616" y="1710313"/>
            <a:chExt cx="709276" cy="660545"/>
          </a:xfrm>
        </p:grpSpPr>
        <p:sp>
          <p:nvSpPr>
            <p:cNvPr id="77" name="Arc 76"/>
            <p:cNvSpPr/>
            <p:nvPr/>
          </p:nvSpPr>
          <p:spPr>
            <a:xfrm>
              <a:off x="11598616" y="1869668"/>
              <a:ext cx="391776" cy="310690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Arc 77"/>
            <p:cNvSpPr/>
            <p:nvPr/>
          </p:nvSpPr>
          <p:spPr>
            <a:xfrm>
              <a:off x="11598616" y="1784113"/>
              <a:ext cx="544176" cy="51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Arc 78"/>
            <p:cNvSpPr/>
            <p:nvPr/>
          </p:nvSpPr>
          <p:spPr>
            <a:xfrm>
              <a:off x="11681412" y="1710313"/>
              <a:ext cx="626480" cy="66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8" name="Group 87"/>
          <p:cNvGrpSpPr/>
          <p:nvPr/>
        </p:nvGrpSpPr>
        <p:grpSpPr>
          <a:xfrm rot="8994369">
            <a:off x="749130" y="744419"/>
            <a:ext cx="709276" cy="660545"/>
            <a:chOff x="11598616" y="1710313"/>
            <a:chExt cx="709276" cy="660545"/>
          </a:xfrm>
        </p:grpSpPr>
        <p:sp>
          <p:nvSpPr>
            <p:cNvPr id="89" name="Arc 88"/>
            <p:cNvSpPr/>
            <p:nvPr/>
          </p:nvSpPr>
          <p:spPr>
            <a:xfrm>
              <a:off x="11598616" y="1869668"/>
              <a:ext cx="391776" cy="310690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0" name="Arc 89"/>
            <p:cNvSpPr/>
            <p:nvPr/>
          </p:nvSpPr>
          <p:spPr>
            <a:xfrm>
              <a:off x="11598616" y="1784113"/>
              <a:ext cx="544176" cy="51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1" name="Arc 90"/>
            <p:cNvSpPr/>
            <p:nvPr/>
          </p:nvSpPr>
          <p:spPr>
            <a:xfrm>
              <a:off x="11681412" y="1710313"/>
              <a:ext cx="626480" cy="66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2" name="Group 91"/>
          <p:cNvGrpSpPr/>
          <p:nvPr/>
        </p:nvGrpSpPr>
        <p:grpSpPr>
          <a:xfrm rot="4990669">
            <a:off x="20529295" y="2115195"/>
            <a:ext cx="709276" cy="660545"/>
            <a:chOff x="11598616" y="1710313"/>
            <a:chExt cx="709276" cy="660545"/>
          </a:xfrm>
        </p:grpSpPr>
        <p:sp>
          <p:nvSpPr>
            <p:cNvPr id="93" name="Arc 92"/>
            <p:cNvSpPr/>
            <p:nvPr/>
          </p:nvSpPr>
          <p:spPr>
            <a:xfrm>
              <a:off x="11598616" y="1869668"/>
              <a:ext cx="391776" cy="310690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4" name="Arc 93"/>
            <p:cNvSpPr/>
            <p:nvPr/>
          </p:nvSpPr>
          <p:spPr>
            <a:xfrm>
              <a:off x="11598616" y="1784113"/>
              <a:ext cx="544176" cy="51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5" name="Arc 94"/>
            <p:cNvSpPr/>
            <p:nvPr/>
          </p:nvSpPr>
          <p:spPr>
            <a:xfrm>
              <a:off x="11681412" y="1710313"/>
              <a:ext cx="626480" cy="66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6" name="Group 95"/>
          <p:cNvGrpSpPr/>
          <p:nvPr/>
        </p:nvGrpSpPr>
        <p:grpSpPr>
          <a:xfrm rot="8994369">
            <a:off x="13142195" y="2261869"/>
            <a:ext cx="709276" cy="660545"/>
            <a:chOff x="11598616" y="1710313"/>
            <a:chExt cx="709276" cy="660545"/>
          </a:xfrm>
        </p:grpSpPr>
        <p:sp>
          <p:nvSpPr>
            <p:cNvPr id="97" name="Arc 96"/>
            <p:cNvSpPr/>
            <p:nvPr/>
          </p:nvSpPr>
          <p:spPr>
            <a:xfrm>
              <a:off x="11598616" y="1869668"/>
              <a:ext cx="391776" cy="310690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8" name="Arc 97"/>
            <p:cNvSpPr/>
            <p:nvPr/>
          </p:nvSpPr>
          <p:spPr>
            <a:xfrm>
              <a:off x="11598616" y="1784113"/>
              <a:ext cx="544176" cy="51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9" name="Arc 98"/>
            <p:cNvSpPr/>
            <p:nvPr/>
          </p:nvSpPr>
          <p:spPr>
            <a:xfrm>
              <a:off x="11681412" y="1710313"/>
              <a:ext cx="626480" cy="66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0" name="Group 99"/>
          <p:cNvGrpSpPr/>
          <p:nvPr/>
        </p:nvGrpSpPr>
        <p:grpSpPr>
          <a:xfrm rot="8740414">
            <a:off x="17869338" y="1728734"/>
            <a:ext cx="709276" cy="660545"/>
            <a:chOff x="11598616" y="1710313"/>
            <a:chExt cx="709276" cy="660545"/>
          </a:xfrm>
        </p:grpSpPr>
        <p:sp>
          <p:nvSpPr>
            <p:cNvPr id="101" name="Arc 100"/>
            <p:cNvSpPr/>
            <p:nvPr/>
          </p:nvSpPr>
          <p:spPr>
            <a:xfrm>
              <a:off x="11598616" y="1869668"/>
              <a:ext cx="391776" cy="310690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" name="Arc 101"/>
            <p:cNvSpPr/>
            <p:nvPr/>
          </p:nvSpPr>
          <p:spPr>
            <a:xfrm>
              <a:off x="11598616" y="1784113"/>
              <a:ext cx="544176" cy="51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" name="Arc 102"/>
            <p:cNvSpPr/>
            <p:nvPr/>
          </p:nvSpPr>
          <p:spPr>
            <a:xfrm>
              <a:off x="11681412" y="1710313"/>
              <a:ext cx="626480" cy="66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4" name="Group 103"/>
          <p:cNvGrpSpPr/>
          <p:nvPr/>
        </p:nvGrpSpPr>
        <p:grpSpPr>
          <a:xfrm rot="20336639">
            <a:off x="17673702" y="2162772"/>
            <a:ext cx="709276" cy="660545"/>
            <a:chOff x="11598616" y="1710313"/>
            <a:chExt cx="709276" cy="660545"/>
          </a:xfrm>
        </p:grpSpPr>
        <p:sp>
          <p:nvSpPr>
            <p:cNvPr id="105" name="Arc 104"/>
            <p:cNvSpPr/>
            <p:nvPr/>
          </p:nvSpPr>
          <p:spPr>
            <a:xfrm>
              <a:off x="11598616" y="1869668"/>
              <a:ext cx="391776" cy="310690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" name="Arc 105"/>
            <p:cNvSpPr/>
            <p:nvPr/>
          </p:nvSpPr>
          <p:spPr>
            <a:xfrm>
              <a:off x="11598616" y="1784113"/>
              <a:ext cx="544176" cy="51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7" name="Arc 106"/>
            <p:cNvSpPr/>
            <p:nvPr/>
          </p:nvSpPr>
          <p:spPr>
            <a:xfrm>
              <a:off x="11681412" y="1710313"/>
              <a:ext cx="626480" cy="66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8" name="Group 107"/>
          <p:cNvGrpSpPr/>
          <p:nvPr/>
        </p:nvGrpSpPr>
        <p:grpSpPr>
          <a:xfrm rot="19730443">
            <a:off x="10361860" y="2568661"/>
            <a:ext cx="709276" cy="660545"/>
            <a:chOff x="11598616" y="1710313"/>
            <a:chExt cx="709276" cy="660545"/>
          </a:xfrm>
        </p:grpSpPr>
        <p:sp>
          <p:nvSpPr>
            <p:cNvPr id="109" name="Arc 108"/>
            <p:cNvSpPr/>
            <p:nvPr/>
          </p:nvSpPr>
          <p:spPr>
            <a:xfrm>
              <a:off x="11598616" y="1869668"/>
              <a:ext cx="391776" cy="310690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rgbClr val="72FEFE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Arc 109"/>
            <p:cNvSpPr/>
            <p:nvPr/>
          </p:nvSpPr>
          <p:spPr>
            <a:xfrm>
              <a:off x="11598616" y="1784113"/>
              <a:ext cx="544176" cy="51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rgbClr val="72FEFE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1" name="Arc 110"/>
            <p:cNvSpPr/>
            <p:nvPr/>
          </p:nvSpPr>
          <p:spPr>
            <a:xfrm>
              <a:off x="11681412" y="1710313"/>
              <a:ext cx="626480" cy="66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rgbClr val="72FEFE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12" name="Group 111"/>
          <p:cNvGrpSpPr/>
          <p:nvPr/>
        </p:nvGrpSpPr>
        <p:grpSpPr>
          <a:xfrm rot="9632661">
            <a:off x="20520681" y="644433"/>
            <a:ext cx="709276" cy="660545"/>
            <a:chOff x="11598616" y="1710313"/>
            <a:chExt cx="709276" cy="660545"/>
          </a:xfrm>
        </p:grpSpPr>
        <p:sp>
          <p:nvSpPr>
            <p:cNvPr id="113" name="Arc 112"/>
            <p:cNvSpPr/>
            <p:nvPr/>
          </p:nvSpPr>
          <p:spPr>
            <a:xfrm>
              <a:off x="11598616" y="1869668"/>
              <a:ext cx="391776" cy="310690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4" name="Arc 113"/>
            <p:cNvSpPr/>
            <p:nvPr/>
          </p:nvSpPr>
          <p:spPr>
            <a:xfrm>
              <a:off x="11598616" y="1784113"/>
              <a:ext cx="544176" cy="51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5" name="Arc 114"/>
            <p:cNvSpPr/>
            <p:nvPr/>
          </p:nvSpPr>
          <p:spPr>
            <a:xfrm>
              <a:off x="11681412" y="1710313"/>
              <a:ext cx="626480" cy="66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0" name="Group 119"/>
          <p:cNvGrpSpPr/>
          <p:nvPr/>
        </p:nvGrpSpPr>
        <p:grpSpPr>
          <a:xfrm rot="14678716">
            <a:off x="9828585" y="2672360"/>
            <a:ext cx="709276" cy="660545"/>
            <a:chOff x="11598616" y="1710313"/>
            <a:chExt cx="709276" cy="660545"/>
          </a:xfrm>
        </p:grpSpPr>
        <p:sp>
          <p:nvSpPr>
            <p:cNvPr id="121" name="Arc 120"/>
            <p:cNvSpPr/>
            <p:nvPr/>
          </p:nvSpPr>
          <p:spPr>
            <a:xfrm>
              <a:off x="11598616" y="1869668"/>
              <a:ext cx="391776" cy="310690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rgbClr val="72FEFE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2" name="Arc 121"/>
            <p:cNvSpPr/>
            <p:nvPr/>
          </p:nvSpPr>
          <p:spPr>
            <a:xfrm>
              <a:off x="11598616" y="1784113"/>
              <a:ext cx="544176" cy="51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rgbClr val="72FEFE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3" name="Arc 122"/>
            <p:cNvSpPr/>
            <p:nvPr/>
          </p:nvSpPr>
          <p:spPr>
            <a:xfrm>
              <a:off x="11681412" y="1710313"/>
              <a:ext cx="626480" cy="66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rgbClr val="72FEFE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4" name="Group 123"/>
          <p:cNvGrpSpPr/>
          <p:nvPr/>
        </p:nvGrpSpPr>
        <p:grpSpPr>
          <a:xfrm rot="2811079">
            <a:off x="13816538" y="1017508"/>
            <a:ext cx="709276" cy="660545"/>
            <a:chOff x="11598616" y="1710313"/>
            <a:chExt cx="709276" cy="660545"/>
          </a:xfrm>
        </p:grpSpPr>
        <p:sp>
          <p:nvSpPr>
            <p:cNvPr id="125" name="Arc 124"/>
            <p:cNvSpPr/>
            <p:nvPr/>
          </p:nvSpPr>
          <p:spPr>
            <a:xfrm>
              <a:off x="11598616" y="1869668"/>
              <a:ext cx="391776" cy="310690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rgbClr val="72FEFE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6" name="Arc 125"/>
            <p:cNvSpPr/>
            <p:nvPr/>
          </p:nvSpPr>
          <p:spPr>
            <a:xfrm>
              <a:off x="11598616" y="1784113"/>
              <a:ext cx="544176" cy="51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rgbClr val="72FEFE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7" name="Arc 126"/>
            <p:cNvSpPr/>
            <p:nvPr/>
          </p:nvSpPr>
          <p:spPr>
            <a:xfrm>
              <a:off x="11681412" y="1710313"/>
              <a:ext cx="626480" cy="66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rgbClr val="72FEFE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8" name="Group 127"/>
          <p:cNvGrpSpPr/>
          <p:nvPr/>
        </p:nvGrpSpPr>
        <p:grpSpPr>
          <a:xfrm rot="2811079">
            <a:off x="18721292" y="956460"/>
            <a:ext cx="709276" cy="660545"/>
            <a:chOff x="11598616" y="1710313"/>
            <a:chExt cx="709276" cy="660545"/>
          </a:xfrm>
        </p:grpSpPr>
        <p:sp>
          <p:nvSpPr>
            <p:cNvPr id="129" name="Arc 128"/>
            <p:cNvSpPr/>
            <p:nvPr/>
          </p:nvSpPr>
          <p:spPr>
            <a:xfrm>
              <a:off x="11598616" y="1869668"/>
              <a:ext cx="391776" cy="310690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rgbClr val="72FEFE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0" name="Arc 129"/>
            <p:cNvSpPr/>
            <p:nvPr/>
          </p:nvSpPr>
          <p:spPr>
            <a:xfrm>
              <a:off x="11598616" y="1784113"/>
              <a:ext cx="544176" cy="51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rgbClr val="72FEFE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1" name="Arc 130"/>
            <p:cNvSpPr/>
            <p:nvPr/>
          </p:nvSpPr>
          <p:spPr>
            <a:xfrm>
              <a:off x="11681412" y="1710313"/>
              <a:ext cx="626480" cy="66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rgbClr val="72FEFE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3" name="Picture 12">
            <a:extLst>
              <a:ext uri="{FF2B5EF4-FFF2-40B4-BE49-F238E27FC236}">
                <a16:creationId xmlns:a16="http://schemas.microsoft.com/office/drawing/2014/main" id="{31AD9643-DD87-D8F6-4D52-279C9CA75757}"/>
              </a:ext>
            </a:extLst>
          </p:cNvPr>
          <p:cNvPicPr>
            <a:picLocks noChangeAspect="1"/>
          </p:cNvPicPr>
          <p:nvPr/>
        </p:nvPicPr>
        <p:blipFill>
          <a:blip r:embed="rId29" cstate="print">
            <a:extLst>
              <a:ext uri="{BEBA8EAE-BF5A-486C-A8C5-ECC9F3942E4B}">
                <a14:imgProps xmlns:a14="http://schemas.microsoft.com/office/drawing/2010/main">
                  <a14:imgLayer r:embed="rId30">
                    <a14:imgEffect>
                      <a14:backgroundRemoval t="9961" b="89941" l="9961" r="94336">
                        <a14:foregroundMark x1="94336" y1="42480" x2="89746" y2="50000"/>
                        <a14:backgroundMark x1="44238" y1="50781" x2="44238" y2="50781"/>
                        <a14:backgroundMark x1="56445" y1="55664" x2="56445" y2="55664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612023">
            <a:off x="4976796" y="1805467"/>
            <a:ext cx="676529" cy="676529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C94B858B-2E1C-46F6-543F-43E587C5FF12}"/>
              </a:ext>
            </a:extLst>
          </p:cNvPr>
          <p:cNvGrpSpPr/>
          <p:nvPr/>
        </p:nvGrpSpPr>
        <p:grpSpPr>
          <a:xfrm rot="14573179">
            <a:off x="4924606" y="1597354"/>
            <a:ext cx="709278" cy="660545"/>
            <a:chOff x="11598616" y="1710316"/>
            <a:chExt cx="709278" cy="660545"/>
          </a:xfrm>
        </p:grpSpPr>
        <p:sp>
          <p:nvSpPr>
            <p:cNvPr id="16" name="Arc 15">
              <a:extLst>
                <a:ext uri="{FF2B5EF4-FFF2-40B4-BE49-F238E27FC236}">
                  <a16:creationId xmlns:a16="http://schemas.microsoft.com/office/drawing/2014/main" id="{1315788B-B425-FF81-F982-35F835FA0064}"/>
                </a:ext>
              </a:extLst>
            </p:cNvPr>
            <p:cNvSpPr/>
            <p:nvPr/>
          </p:nvSpPr>
          <p:spPr>
            <a:xfrm>
              <a:off x="11598616" y="1869668"/>
              <a:ext cx="391776" cy="310690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Arc 34">
              <a:extLst>
                <a:ext uri="{FF2B5EF4-FFF2-40B4-BE49-F238E27FC236}">
                  <a16:creationId xmlns:a16="http://schemas.microsoft.com/office/drawing/2014/main" id="{EC9AA8AA-9902-EFB6-9CA5-B4D9622BD62B}"/>
                </a:ext>
              </a:extLst>
            </p:cNvPr>
            <p:cNvSpPr/>
            <p:nvPr/>
          </p:nvSpPr>
          <p:spPr>
            <a:xfrm>
              <a:off x="11598616" y="1784113"/>
              <a:ext cx="544176" cy="51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Arc 43">
              <a:extLst>
                <a:ext uri="{FF2B5EF4-FFF2-40B4-BE49-F238E27FC236}">
                  <a16:creationId xmlns:a16="http://schemas.microsoft.com/office/drawing/2014/main" id="{1FF40FAB-FBC1-2614-A0F1-6E851956640E}"/>
                </a:ext>
              </a:extLst>
            </p:cNvPr>
            <p:cNvSpPr/>
            <p:nvPr/>
          </p:nvSpPr>
          <p:spPr>
            <a:xfrm>
              <a:off x="11681414" y="1710316"/>
              <a:ext cx="626480" cy="66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3581929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41</TotalTime>
  <Words>0</Words>
  <Application>Microsoft Office PowerPoint</Application>
  <PresentationFormat>Custom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Kasey</dc:creator>
  <cp:lastModifiedBy>Castello, Kasey</cp:lastModifiedBy>
  <cp:revision>8</cp:revision>
  <dcterms:created xsi:type="dcterms:W3CDTF">2025-12-17T22:02:46Z</dcterms:created>
  <dcterms:modified xsi:type="dcterms:W3CDTF">2025-12-18T18:59:43Z</dcterms:modified>
</cp:coreProperties>
</file>