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21945600" cy="36576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FEFE"/>
    <a:srgbClr val="F97777"/>
    <a:srgbClr val="BD92DE"/>
    <a:srgbClr val="FFF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-4428" y="13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598593"/>
            <a:ext cx="16459200" cy="1273387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1921087"/>
            <a:ext cx="16459200" cy="883073"/>
          </a:xfrm>
        </p:spPr>
        <p:txBody>
          <a:bodyPr/>
          <a:lstStyle>
            <a:lvl1pPr marL="0" indent="0" algn="ctr">
              <a:buNone/>
              <a:defRPr sz="1280"/>
            </a:lvl1pPr>
            <a:lvl2pPr marL="243825" indent="0" algn="ctr">
              <a:buNone/>
              <a:defRPr sz="1067"/>
            </a:lvl2pPr>
            <a:lvl3pPr marL="487650" indent="0" algn="ctr">
              <a:buNone/>
              <a:defRPr sz="960"/>
            </a:lvl3pPr>
            <a:lvl4pPr marL="731474" indent="0" algn="ctr">
              <a:buNone/>
              <a:defRPr sz="853"/>
            </a:lvl4pPr>
            <a:lvl5pPr marL="975299" indent="0" algn="ctr">
              <a:buNone/>
              <a:defRPr sz="853"/>
            </a:lvl5pPr>
            <a:lvl6pPr marL="1219124" indent="0" algn="ctr">
              <a:buNone/>
              <a:defRPr sz="853"/>
            </a:lvl6pPr>
            <a:lvl7pPr marL="1462949" indent="0" algn="ctr">
              <a:buNone/>
              <a:defRPr sz="853"/>
            </a:lvl7pPr>
            <a:lvl8pPr marL="1706773" indent="0" algn="ctr">
              <a:buNone/>
              <a:defRPr sz="853"/>
            </a:lvl8pPr>
            <a:lvl9pPr marL="1950598" indent="0" algn="ctr">
              <a:buNone/>
              <a:defRPr sz="85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48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233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7330" y="911860"/>
            <a:ext cx="18928080" cy="15214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7330" y="2447714"/>
            <a:ext cx="18928080" cy="800100"/>
          </a:xfrm>
        </p:spPr>
        <p:txBody>
          <a:bodyPr/>
          <a:lstStyle>
            <a:lvl1pPr marL="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1pPr>
            <a:lvl2pPr marL="243825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2pPr>
            <a:lvl3pPr marL="48765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3pPr>
            <a:lvl4pPr marL="731474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4pPr>
            <a:lvl5pPr marL="975299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5pPr>
            <a:lvl6pPr marL="1219124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6pPr>
            <a:lvl7pPr marL="1462949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7pPr>
            <a:lvl8pPr marL="1706773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8pPr>
            <a:lvl9pPr marL="1950598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554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8760" y="973666"/>
            <a:ext cx="9326880" cy="2320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09960" y="973666"/>
            <a:ext cx="9326880" cy="2320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4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8" y="194734"/>
            <a:ext cx="18928080" cy="7069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619" y="896620"/>
            <a:ext cx="9284017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1619" y="1336040"/>
            <a:ext cx="9284017" cy="196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09960" y="896620"/>
            <a:ext cx="9329738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09960" y="1336040"/>
            <a:ext cx="9329738" cy="196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05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067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16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43840"/>
            <a:ext cx="7078027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9738" y="526627"/>
            <a:ext cx="11109960" cy="2599267"/>
          </a:xfrm>
        </p:spPr>
        <p:txBody>
          <a:bodyPr/>
          <a:lstStyle>
            <a:lvl1pPr>
              <a:defRPr sz="1707"/>
            </a:lvl1pPr>
            <a:lvl2pPr>
              <a:defRPr sz="1493"/>
            </a:lvl2pPr>
            <a:lvl3pPr>
              <a:defRPr sz="128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1097280"/>
            <a:ext cx="7078027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43840"/>
            <a:ext cx="7078027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29738" y="526627"/>
            <a:ext cx="11109960" cy="2599267"/>
          </a:xfrm>
        </p:spPr>
        <p:txBody>
          <a:bodyPr anchor="t"/>
          <a:lstStyle>
            <a:lvl1pPr marL="0" indent="0">
              <a:buNone/>
              <a:defRPr sz="1707"/>
            </a:lvl1pPr>
            <a:lvl2pPr marL="243825" indent="0">
              <a:buNone/>
              <a:defRPr sz="1493"/>
            </a:lvl2pPr>
            <a:lvl3pPr marL="487650" indent="0">
              <a:buNone/>
              <a:defRPr sz="1280"/>
            </a:lvl3pPr>
            <a:lvl4pPr marL="731474" indent="0">
              <a:buNone/>
              <a:defRPr sz="1067"/>
            </a:lvl4pPr>
            <a:lvl5pPr marL="975299" indent="0">
              <a:buNone/>
              <a:defRPr sz="1067"/>
            </a:lvl5pPr>
            <a:lvl6pPr marL="1219124" indent="0">
              <a:buNone/>
              <a:defRPr sz="1067"/>
            </a:lvl6pPr>
            <a:lvl7pPr marL="1462949" indent="0">
              <a:buNone/>
              <a:defRPr sz="1067"/>
            </a:lvl7pPr>
            <a:lvl8pPr marL="1706773" indent="0">
              <a:buNone/>
              <a:defRPr sz="1067"/>
            </a:lvl8pPr>
            <a:lvl9pPr marL="1950598" indent="0">
              <a:buNone/>
              <a:defRPr sz="10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1097280"/>
            <a:ext cx="7078027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358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761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704820" y="194733"/>
            <a:ext cx="4732020" cy="30996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8760" y="194733"/>
            <a:ext cx="13921740" cy="30996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945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760" y="194734"/>
            <a:ext cx="18928080" cy="706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8760" y="973666"/>
            <a:ext cx="18928080" cy="2320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8760" y="3390054"/>
            <a:ext cx="493776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C47A6-5A9B-4477-9C21-0076C406F3AE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69480" y="3390054"/>
            <a:ext cx="740664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99080" y="3390054"/>
            <a:ext cx="493776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191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87650" rtl="0" eaLnBrk="1" latinLnBrk="0" hangingPunct="1">
        <a:lnSpc>
          <a:spcPct val="90000"/>
        </a:lnSpc>
        <a:spcBef>
          <a:spcPct val="0"/>
        </a:spcBef>
        <a:buNone/>
        <a:defRPr sz="23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912" indent="-121912" algn="l" defTabSz="48765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3" kern="1200">
          <a:solidFill>
            <a:schemeClr val="tx1"/>
          </a:solidFill>
          <a:latin typeface="+mn-lt"/>
          <a:ea typeface="+mn-ea"/>
          <a:cs typeface="+mn-cs"/>
        </a:defRPr>
      </a:lvl1pPr>
      <a:lvl2pPr marL="36573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2pPr>
      <a:lvl3pPr marL="609562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067" kern="1200">
          <a:solidFill>
            <a:schemeClr val="tx1"/>
          </a:solidFill>
          <a:latin typeface="+mn-lt"/>
          <a:ea typeface="+mn-ea"/>
          <a:cs typeface="+mn-cs"/>
        </a:defRPr>
      </a:lvl3pPr>
      <a:lvl4pPr marL="85338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1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34103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58486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82868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2072510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1pPr>
      <a:lvl2pPr marL="243825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8765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3pPr>
      <a:lvl4pPr marL="73147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97529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21912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46294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706773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1950598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4.png"/><Relationship Id="rId26" Type="http://schemas.openxmlformats.org/officeDocument/2006/relationships/image" Target="../media/image18.png"/><Relationship Id="rId3" Type="http://schemas.openxmlformats.org/officeDocument/2006/relationships/image" Target="../media/image2.png"/><Relationship Id="rId21" Type="http://schemas.microsoft.com/office/2007/relationships/hdphoto" Target="../media/hdphoto5.wdp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17" Type="http://schemas.microsoft.com/office/2007/relationships/hdphoto" Target="../media/hdphoto3.wdp"/><Relationship Id="rId25" Type="http://schemas.microsoft.com/office/2007/relationships/hdphoto" Target="../media/hdphoto7.wdp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5.png"/><Relationship Id="rId29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24" Type="http://schemas.openxmlformats.org/officeDocument/2006/relationships/image" Target="../media/image17.png"/><Relationship Id="rId32" Type="http://schemas.microsoft.com/office/2007/relationships/hdphoto" Target="../media/hdphoto9.wdp"/><Relationship Id="rId5" Type="http://schemas.openxmlformats.org/officeDocument/2006/relationships/image" Target="../media/image4.png"/><Relationship Id="rId15" Type="http://schemas.openxmlformats.org/officeDocument/2006/relationships/image" Target="../media/image12.png"/><Relationship Id="rId23" Type="http://schemas.microsoft.com/office/2007/relationships/hdphoto" Target="../media/hdphoto6.wdp"/><Relationship Id="rId28" Type="http://schemas.openxmlformats.org/officeDocument/2006/relationships/image" Target="../media/image20.png"/><Relationship Id="rId10" Type="http://schemas.openxmlformats.org/officeDocument/2006/relationships/image" Target="../media/image8.png"/><Relationship Id="rId19" Type="http://schemas.microsoft.com/office/2007/relationships/hdphoto" Target="../media/hdphoto4.wdp"/><Relationship Id="rId31" Type="http://schemas.openxmlformats.org/officeDocument/2006/relationships/image" Target="../media/image22.png"/><Relationship Id="rId4" Type="http://schemas.openxmlformats.org/officeDocument/2006/relationships/image" Target="../media/image3.png"/><Relationship Id="rId9" Type="http://schemas.microsoft.com/office/2007/relationships/hdphoto" Target="../media/hdphoto1.wdp"/><Relationship Id="rId14" Type="http://schemas.microsoft.com/office/2007/relationships/hdphoto" Target="../media/hdphoto2.wdp"/><Relationship Id="rId22" Type="http://schemas.openxmlformats.org/officeDocument/2006/relationships/image" Target="../media/image16.png"/><Relationship Id="rId27" Type="http://schemas.openxmlformats.org/officeDocument/2006/relationships/image" Target="../media/image19.png"/><Relationship Id="rId30" Type="http://schemas.microsoft.com/office/2007/relationships/hdphoto" Target="../media/hdphoto8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4" y="3196"/>
            <a:ext cx="21945600" cy="36576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92144">
            <a:off x="3785758" y="2513409"/>
            <a:ext cx="1477999" cy="9825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84817">
            <a:off x="18287315" y="1411950"/>
            <a:ext cx="1966152" cy="131076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1704" y="2261211"/>
            <a:ext cx="1073587" cy="1352550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10258232" y="2950632"/>
            <a:ext cx="344910" cy="683785"/>
            <a:chOff x="10230096" y="2894360"/>
            <a:chExt cx="344910" cy="683785"/>
          </a:xfrm>
        </p:grpSpPr>
        <p:cxnSp>
          <p:nvCxnSpPr>
            <p:cNvPr id="9" name="Straight Connector 8"/>
            <p:cNvCxnSpPr/>
            <p:nvPr/>
          </p:nvCxnSpPr>
          <p:spPr>
            <a:xfrm flipV="1">
              <a:off x="10326351" y="2894360"/>
              <a:ext cx="248655" cy="166163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 flipV="1">
              <a:off x="10316826" y="3056362"/>
              <a:ext cx="171450" cy="152977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V="1">
              <a:off x="10230096" y="3208763"/>
              <a:ext cx="239130" cy="186314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 flipV="1">
              <a:off x="10242749" y="3395077"/>
              <a:ext cx="245527" cy="183068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pic>
        <p:nvPicPr>
          <p:cNvPr id="18" name="Picture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07295">
            <a:off x="13626557" y="2150013"/>
            <a:ext cx="1530935" cy="102189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170" y="2118559"/>
            <a:ext cx="1079365" cy="718268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backgroundMark x1="20098" y1="52632" x2="54902" y2="8836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257" y="462333"/>
            <a:ext cx="2730612" cy="1610704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06232" y="2435703"/>
            <a:ext cx="1557952" cy="976317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69610" flipH="1">
            <a:off x="16181962" y="2029143"/>
            <a:ext cx="1980610" cy="1322057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76" y="3013247"/>
            <a:ext cx="1043603" cy="507017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13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backgroundMark x1="23203" y1="58430" x2="43464" y2="85219"/>
                        <a14:backgroundMark x1="77288" y1="48730" x2="68464" y2="80831"/>
                        <a14:backgroundMark x1="18137" y1="32564" x2="31863" y2="16859"/>
                        <a14:backgroundMark x1="68954" y1="15242" x2="76797" y2="23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799" y="156856"/>
            <a:ext cx="1865376" cy="1319784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3297" y="306761"/>
            <a:ext cx="1496840" cy="84367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0" b="89898" l="10802" r="89962">
                        <a14:foregroundMark x1="35188" y1="15778" x2="39498" y2="8173"/>
                        <a14:foregroundMark x1="38189" y1="8173" x2="44845" y2="2611"/>
                        <a14:backgroundMark x1="71358" y1="18615" x2="74032" y2="46765"/>
                        <a14:backgroundMark x1="34479" y1="6129" x2="39498" y2="227"/>
                        <a14:backgroundMark x1="57829" y1="1249" x2="37480" y2="227"/>
                        <a14:backgroundMark x1="21801" y1="28079" x2="36019" y2="80296"/>
                        <a14:backgroundMark x1="52133" y1="60099" x2="51422" y2="83251"/>
                        <a14:backgroundMark x1="67080" y1="20067" x2="67080" y2="20067"/>
                        <a14:backgroundMark x1="44313" y1="66010" x2="55450" y2="54680"/>
                        <a14:backgroundMark x1="65640" y1="18227" x2="69194" y2="517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7449" y="1577224"/>
            <a:ext cx="1752967" cy="842125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18" cstate="print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9820" b="96794" l="0" r="100000">
                        <a14:foregroundMark x1="41830" y1="34870" x2="41830" y2="34870"/>
                        <a14:foregroundMark x1="45915" y1="58116" x2="45915" y2="58116"/>
                        <a14:foregroundMark x1="38562" y1="64128" x2="38562" y2="64128"/>
                        <a14:foregroundMark x1="86928" y1="63727" x2="86928" y2="6372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3224" y="99871"/>
            <a:ext cx="1865376" cy="1520952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20" cstate="print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>
                        <a14:backgroundMark x1="51364" y1="54659" x2="54091" y2="50455"/>
                        <a14:backgroundMark x1="41818" y1="56136" x2="40909" y2="58068"/>
                        <a14:backgroundMark x1="42879" y1="77273" x2="43333" y2="77386"/>
                        <a14:backgroundMark x1="43636" y1="76477" x2="43636" y2="76477"/>
                        <a14:backgroundMark x1="33333" y1="75114" x2="33333" y2="75114"/>
                        <a14:backgroundMark x1="33030" y1="77045" x2="33030" y2="77045"/>
                        <a14:backgroundMark x1="33333" y1="81136" x2="33333" y2="81136"/>
                        <a14:backgroundMark x1="34242" y1="79318" x2="34242" y2="793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72635" y="-199973"/>
            <a:ext cx="1408974" cy="1878632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 rot="3795156">
            <a:off x="6572765" y="1186742"/>
            <a:ext cx="709276" cy="660545"/>
            <a:chOff x="11598616" y="1710313"/>
            <a:chExt cx="709276" cy="660545"/>
          </a:xfrm>
        </p:grpSpPr>
        <p:sp>
          <p:nvSpPr>
            <p:cNvPr id="32" name="Arc 31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Arc 32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c 33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7205506" y="-13806"/>
            <a:ext cx="2743200" cy="1692465"/>
            <a:chOff x="7843964" y="-125167"/>
            <a:chExt cx="2743200" cy="1692465"/>
          </a:xfrm>
        </p:grpSpPr>
        <p:grpSp>
          <p:nvGrpSpPr>
            <p:cNvPr id="46" name="Group 45"/>
            <p:cNvGrpSpPr/>
            <p:nvPr/>
          </p:nvGrpSpPr>
          <p:grpSpPr>
            <a:xfrm>
              <a:off x="8173150" y="644726"/>
              <a:ext cx="485799" cy="922572"/>
              <a:chOff x="10323318" y="523533"/>
              <a:chExt cx="485799" cy="922572"/>
            </a:xfrm>
          </p:grpSpPr>
          <p:cxnSp>
            <p:nvCxnSpPr>
              <p:cNvPr id="36" name="Straight Connector 35"/>
              <p:cNvCxnSpPr/>
              <p:nvPr/>
            </p:nvCxnSpPr>
            <p:spPr>
              <a:xfrm flipV="1">
                <a:off x="10560462" y="724904"/>
                <a:ext cx="248655" cy="166163"/>
              </a:xfrm>
              <a:prstGeom prst="line">
                <a:avLst/>
              </a:prstGeom>
              <a:ln w="28575">
                <a:solidFill>
                  <a:srgbClr val="FFFF65"/>
                </a:solidFill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  <p:grpSp>
            <p:nvGrpSpPr>
              <p:cNvPr id="45" name="Group 44"/>
              <p:cNvGrpSpPr/>
              <p:nvPr/>
            </p:nvGrpSpPr>
            <p:grpSpPr>
              <a:xfrm>
                <a:off x="10323318" y="523533"/>
                <a:ext cx="470535" cy="922572"/>
                <a:chOff x="11611710" y="372074"/>
                <a:chExt cx="470535" cy="922572"/>
              </a:xfrm>
            </p:grpSpPr>
            <p:cxnSp>
              <p:nvCxnSpPr>
                <p:cNvPr id="37" name="Straight Connector 36"/>
                <p:cNvCxnSpPr/>
                <p:nvPr/>
              </p:nvCxnSpPr>
              <p:spPr>
                <a:xfrm flipH="1" flipV="1">
                  <a:off x="11824065" y="735540"/>
                  <a:ext cx="171450" cy="152977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>
                <a:xfrm flipV="1">
                  <a:off x="11737335" y="887941"/>
                  <a:ext cx="239130" cy="18631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>
                <a:xfrm flipH="1" flipV="1">
                  <a:off x="11749988" y="1074255"/>
                  <a:ext cx="245527" cy="183068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>
                <a:xfrm flipH="1" flipV="1">
                  <a:off x="11732572" y="514100"/>
                  <a:ext cx="248655" cy="166163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>
                <a:xfrm flipV="1">
                  <a:off x="11665897" y="1141669"/>
                  <a:ext cx="171450" cy="152977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>
                <a:xfrm flipH="1" flipV="1">
                  <a:off x="11611710" y="788667"/>
                  <a:ext cx="239130" cy="18631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>
                <a:xfrm>
                  <a:off x="11799120" y="372074"/>
                  <a:ext cx="283125" cy="19646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28" name="Picture 27"/>
            <p:cNvPicPr>
              <a:picLocks noChangeAspect="1"/>
            </p:cNvPicPr>
            <p:nvPr/>
          </p:nvPicPr>
          <p:blipFill>
            <a:blip r:embed="rId22" cstate="print">
              <a:extLst>
                <a:ext uri="{BEBA8EAE-BF5A-486C-A8C5-ECC9F3942E4B}">
                  <a14:imgProps xmlns:a14="http://schemas.microsoft.com/office/drawing/2010/main">
                    <a14:imgLayer r:embed="rId23">
                      <a14:imgEffect>
                        <a14:backgroundRemoval t="4924" b="100000" l="0" r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3964" y="-125167"/>
              <a:ext cx="2743200" cy="1097280"/>
            </a:xfrm>
            <a:prstGeom prst="rect">
              <a:avLst/>
            </a:prstGeom>
          </p:spPr>
        </p:pic>
      </p:grpSp>
      <p:pic>
        <p:nvPicPr>
          <p:cNvPr id="22" name="Picture 21"/>
          <p:cNvPicPr>
            <a:picLocks noChangeAspect="1"/>
          </p:cNvPicPr>
          <p:nvPr/>
        </p:nvPicPr>
        <p:blipFill>
          <a:blip r:embed="rId24" cstate="print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455" b="99432" l="7758" r="88747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86" y="18232"/>
            <a:ext cx="2021430" cy="1516073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57316" flipH="1">
            <a:off x="5868914" y="2103246"/>
            <a:ext cx="2079937" cy="1388358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67080" y="189470"/>
            <a:ext cx="1966253" cy="921399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10085442" y="1476716"/>
            <a:ext cx="2119349" cy="922090"/>
            <a:chOff x="10085442" y="1476716"/>
            <a:chExt cx="2119349" cy="922090"/>
          </a:xfrm>
        </p:grpSpPr>
        <p:pic>
          <p:nvPicPr>
            <p:cNvPr id="27" name="Picture 26"/>
            <p:cNvPicPr>
              <a:picLocks noChangeAspect="1"/>
            </p:cNvPicPr>
            <p:nvPr/>
          </p:nvPicPr>
          <p:blipFill>
            <a:blip r:embed="rId2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85442" y="1476716"/>
              <a:ext cx="2119349" cy="699385"/>
            </a:xfrm>
            <a:prstGeom prst="rect">
              <a:avLst/>
            </a:prstGeom>
          </p:spPr>
        </p:pic>
        <p:grpSp>
          <p:nvGrpSpPr>
            <p:cNvPr id="52" name="Group 51"/>
            <p:cNvGrpSpPr/>
            <p:nvPr/>
          </p:nvGrpSpPr>
          <p:grpSpPr>
            <a:xfrm>
              <a:off x="11477652" y="1738261"/>
              <a:ext cx="709276" cy="660545"/>
              <a:chOff x="11598616" y="1710313"/>
              <a:chExt cx="709276" cy="660545"/>
            </a:xfrm>
          </p:grpSpPr>
          <p:sp>
            <p:nvSpPr>
              <p:cNvPr id="53" name="Arc 52"/>
              <p:cNvSpPr/>
              <p:nvPr/>
            </p:nvSpPr>
            <p:spPr>
              <a:xfrm>
                <a:off x="11598616" y="1869668"/>
                <a:ext cx="391776" cy="310690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Arc 53"/>
              <p:cNvSpPr/>
              <p:nvPr/>
            </p:nvSpPr>
            <p:spPr>
              <a:xfrm>
                <a:off x="11598616" y="1784113"/>
                <a:ext cx="544176" cy="510545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Arc 54"/>
              <p:cNvSpPr/>
              <p:nvPr/>
            </p:nvSpPr>
            <p:spPr>
              <a:xfrm>
                <a:off x="11681412" y="1710313"/>
                <a:ext cx="626480" cy="660545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6" name="Group 55"/>
          <p:cNvGrpSpPr/>
          <p:nvPr/>
        </p:nvGrpSpPr>
        <p:grpSpPr>
          <a:xfrm rot="5400000">
            <a:off x="3756447" y="1316664"/>
            <a:ext cx="709276" cy="660545"/>
            <a:chOff x="11598616" y="1710313"/>
            <a:chExt cx="709276" cy="660545"/>
          </a:xfrm>
        </p:grpSpPr>
        <p:sp>
          <p:nvSpPr>
            <p:cNvPr id="57" name="Arc 5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Arc 5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/>
          <p:cNvGrpSpPr/>
          <p:nvPr/>
        </p:nvGrpSpPr>
        <p:grpSpPr>
          <a:xfrm rot="5400000">
            <a:off x="15577059" y="1316414"/>
            <a:ext cx="709276" cy="660545"/>
            <a:chOff x="11598616" y="1710313"/>
            <a:chExt cx="709276" cy="660545"/>
          </a:xfrm>
        </p:grpSpPr>
        <p:sp>
          <p:nvSpPr>
            <p:cNvPr id="61" name="Arc 6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Arc 6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Arc 6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/>
          <p:cNvGrpSpPr/>
          <p:nvPr/>
        </p:nvGrpSpPr>
        <p:grpSpPr>
          <a:xfrm rot="12617209">
            <a:off x="3486123" y="2325121"/>
            <a:ext cx="709276" cy="660545"/>
            <a:chOff x="11598616" y="1710313"/>
            <a:chExt cx="709276" cy="660545"/>
          </a:xfrm>
        </p:grpSpPr>
        <p:sp>
          <p:nvSpPr>
            <p:cNvPr id="65" name="Arc 6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Arc 6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Arc 6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/>
          <p:cNvGrpSpPr/>
          <p:nvPr/>
        </p:nvGrpSpPr>
        <p:grpSpPr>
          <a:xfrm rot="12103752">
            <a:off x="1164602" y="1933090"/>
            <a:ext cx="709276" cy="660545"/>
            <a:chOff x="11598616" y="1710313"/>
            <a:chExt cx="709276" cy="660545"/>
          </a:xfrm>
        </p:grpSpPr>
        <p:sp>
          <p:nvSpPr>
            <p:cNvPr id="69" name="Arc 6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Arc 6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Arc 7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2" name="Group 71"/>
          <p:cNvGrpSpPr/>
          <p:nvPr/>
        </p:nvGrpSpPr>
        <p:grpSpPr>
          <a:xfrm rot="20498571">
            <a:off x="7689504" y="2322077"/>
            <a:ext cx="709276" cy="660545"/>
            <a:chOff x="11598616" y="1710313"/>
            <a:chExt cx="709276" cy="660545"/>
          </a:xfrm>
        </p:grpSpPr>
        <p:sp>
          <p:nvSpPr>
            <p:cNvPr id="73" name="Arc 7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Arc 7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c 7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/>
          <p:cNvGrpSpPr/>
          <p:nvPr/>
        </p:nvGrpSpPr>
        <p:grpSpPr>
          <a:xfrm rot="581297">
            <a:off x="893580" y="2945280"/>
            <a:ext cx="709276" cy="660545"/>
            <a:chOff x="11598616" y="1710313"/>
            <a:chExt cx="709276" cy="660545"/>
          </a:xfrm>
        </p:grpSpPr>
        <p:sp>
          <p:nvSpPr>
            <p:cNvPr id="77" name="Arc 7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Arc 7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Arc 7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 rot="8994369">
            <a:off x="749130" y="744419"/>
            <a:ext cx="709276" cy="660545"/>
            <a:chOff x="11598616" y="1710313"/>
            <a:chExt cx="709276" cy="660545"/>
          </a:xfrm>
        </p:grpSpPr>
        <p:sp>
          <p:nvSpPr>
            <p:cNvPr id="89" name="Arc 8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Arc 8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Arc 9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/>
          <p:cNvGrpSpPr/>
          <p:nvPr/>
        </p:nvGrpSpPr>
        <p:grpSpPr>
          <a:xfrm rot="4990669">
            <a:off x="20529295" y="2115195"/>
            <a:ext cx="709276" cy="660545"/>
            <a:chOff x="11598616" y="1710313"/>
            <a:chExt cx="709276" cy="660545"/>
          </a:xfrm>
        </p:grpSpPr>
        <p:sp>
          <p:nvSpPr>
            <p:cNvPr id="93" name="Arc 9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Arc 9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/>
          <p:cNvGrpSpPr/>
          <p:nvPr/>
        </p:nvGrpSpPr>
        <p:grpSpPr>
          <a:xfrm rot="8994369">
            <a:off x="13142195" y="2261869"/>
            <a:ext cx="709276" cy="660545"/>
            <a:chOff x="11598616" y="1710313"/>
            <a:chExt cx="709276" cy="660545"/>
          </a:xfrm>
        </p:grpSpPr>
        <p:sp>
          <p:nvSpPr>
            <p:cNvPr id="97" name="Arc 9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Arc 9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/>
          <p:cNvGrpSpPr/>
          <p:nvPr/>
        </p:nvGrpSpPr>
        <p:grpSpPr>
          <a:xfrm rot="8740414">
            <a:off x="17869338" y="1728734"/>
            <a:ext cx="709276" cy="660545"/>
            <a:chOff x="11598616" y="1710313"/>
            <a:chExt cx="709276" cy="660545"/>
          </a:xfrm>
        </p:grpSpPr>
        <p:sp>
          <p:nvSpPr>
            <p:cNvPr id="101" name="Arc 10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Arc 10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Arc 10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/>
          <p:cNvGrpSpPr/>
          <p:nvPr/>
        </p:nvGrpSpPr>
        <p:grpSpPr>
          <a:xfrm rot="20336639">
            <a:off x="17673702" y="2162772"/>
            <a:ext cx="709276" cy="660545"/>
            <a:chOff x="11598616" y="1710313"/>
            <a:chExt cx="709276" cy="660545"/>
          </a:xfrm>
        </p:grpSpPr>
        <p:sp>
          <p:nvSpPr>
            <p:cNvPr id="105" name="Arc 10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c 10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/>
          <p:cNvGrpSpPr/>
          <p:nvPr/>
        </p:nvGrpSpPr>
        <p:grpSpPr>
          <a:xfrm rot="19730443">
            <a:off x="10361860" y="2568661"/>
            <a:ext cx="709276" cy="660545"/>
            <a:chOff x="11598616" y="1710313"/>
            <a:chExt cx="709276" cy="660545"/>
          </a:xfrm>
        </p:grpSpPr>
        <p:sp>
          <p:nvSpPr>
            <p:cNvPr id="109" name="Arc 10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Arc 11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2" name="Group 111"/>
          <p:cNvGrpSpPr/>
          <p:nvPr/>
        </p:nvGrpSpPr>
        <p:grpSpPr>
          <a:xfrm rot="9632661">
            <a:off x="20520681" y="644433"/>
            <a:ext cx="709276" cy="660545"/>
            <a:chOff x="11598616" y="1710313"/>
            <a:chExt cx="709276" cy="660545"/>
          </a:xfrm>
        </p:grpSpPr>
        <p:sp>
          <p:nvSpPr>
            <p:cNvPr id="113" name="Arc 11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Arc 11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Arc 11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/>
          <p:cNvGrpSpPr/>
          <p:nvPr/>
        </p:nvGrpSpPr>
        <p:grpSpPr>
          <a:xfrm rot="14678716">
            <a:off x="9828585" y="2672360"/>
            <a:ext cx="709276" cy="660545"/>
            <a:chOff x="11598616" y="1710313"/>
            <a:chExt cx="709276" cy="660545"/>
          </a:xfrm>
        </p:grpSpPr>
        <p:sp>
          <p:nvSpPr>
            <p:cNvPr id="121" name="Arc 12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Arc 12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/>
          <p:cNvGrpSpPr/>
          <p:nvPr/>
        </p:nvGrpSpPr>
        <p:grpSpPr>
          <a:xfrm rot="2811079">
            <a:off x="14197602" y="1082734"/>
            <a:ext cx="709276" cy="660545"/>
            <a:chOff x="11598616" y="1710313"/>
            <a:chExt cx="709276" cy="660545"/>
          </a:xfrm>
        </p:grpSpPr>
        <p:sp>
          <p:nvSpPr>
            <p:cNvPr id="125" name="Arc 12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Arc 12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Arc 12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/>
          <p:cNvGrpSpPr/>
          <p:nvPr/>
        </p:nvGrpSpPr>
        <p:grpSpPr>
          <a:xfrm rot="2811079">
            <a:off x="18721292" y="956460"/>
            <a:ext cx="709276" cy="660545"/>
            <a:chOff x="11598616" y="1710313"/>
            <a:chExt cx="709276" cy="660545"/>
          </a:xfrm>
        </p:grpSpPr>
        <p:sp>
          <p:nvSpPr>
            <p:cNvPr id="129" name="Arc 12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Arc 12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Arc 13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31AD9643-DD87-D8F6-4D52-279C9CA75757}"/>
              </a:ext>
            </a:extLst>
          </p:cNvPr>
          <p:cNvPicPr>
            <a:picLocks noChangeAspect="1"/>
          </p:cNvPicPr>
          <p:nvPr/>
        </p:nvPicPr>
        <p:blipFill>
          <a:blip r:embed="rId29" cstate="print">
            <a:extLst>
              <a:ext uri="{BEBA8EAE-BF5A-486C-A8C5-ECC9F3942E4B}">
                <a14:imgProps xmlns:a14="http://schemas.microsoft.com/office/drawing/2010/main">
                  <a14:imgLayer r:embed="rId30">
                    <a14:imgEffect>
                      <a14:backgroundRemoval t="9961" b="89941" l="9961" r="94336">
                        <a14:foregroundMark x1="94336" y1="42480" x2="89746" y2="50000"/>
                        <a14:backgroundMark x1="44238" y1="50781" x2="44238" y2="50781"/>
                        <a14:backgroundMark x1="56445" y1="55664" x2="56445" y2="5566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612023">
            <a:off x="4976796" y="1805467"/>
            <a:ext cx="676529" cy="676529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xmlns="" id="{C94B858B-2E1C-46F6-543F-43E587C5FF12}"/>
              </a:ext>
            </a:extLst>
          </p:cNvPr>
          <p:cNvGrpSpPr/>
          <p:nvPr/>
        </p:nvGrpSpPr>
        <p:grpSpPr>
          <a:xfrm rot="14573179">
            <a:off x="4924606" y="1597354"/>
            <a:ext cx="709278" cy="660545"/>
            <a:chOff x="11598616" y="1710316"/>
            <a:chExt cx="709278" cy="66054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xmlns="" id="{1315788B-B425-FF81-F982-35F835FA0064}"/>
                </a:ext>
              </a:extLst>
            </p:cNvPr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c 34">
              <a:extLst>
                <a:ext uri="{FF2B5EF4-FFF2-40B4-BE49-F238E27FC236}">
                  <a16:creationId xmlns:a16="http://schemas.microsoft.com/office/drawing/2014/main" xmlns="" id="{EC9AA8AA-9902-EFB6-9CA5-B4D9622BD62B}"/>
                </a:ext>
              </a:extLst>
            </p:cNvPr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Arc 43">
              <a:extLst>
                <a:ext uri="{FF2B5EF4-FFF2-40B4-BE49-F238E27FC236}">
                  <a16:creationId xmlns:a16="http://schemas.microsoft.com/office/drawing/2014/main" xmlns="" id="{1FF40FAB-FBC1-2614-A0F1-6E851956640E}"/>
                </a:ext>
              </a:extLst>
            </p:cNvPr>
            <p:cNvSpPr/>
            <p:nvPr/>
          </p:nvSpPr>
          <p:spPr>
            <a:xfrm>
              <a:off x="11681414" y="1710316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/>
          <p:cNvPicPr>
            <a:picLocks noChangeAspect="1"/>
          </p:cNvPicPr>
          <p:nvPr/>
        </p:nvPicPr>
        <p:blipFill>
          <a:blip r:embed="rId31" cstate="print">
            <a:extLst>
              <a:ext uri="{BEBA8EAE-BF5A-486C-A8C5-ECC9F3942E4B}">
                <a14:imgProps xmlns:a14="http://schemas.microsoft.com/office/drawing/2010/main">
                  <a14:imgLayer r:embed="rId32">
                    <a14:imgEffect>
                      <a14:backgroundRemoval t="9804" b="89951" l="9967" r="95261">
                        <a14:foregroundMark x1="33170" y1="45833" x2="33333" y2="48775"/>
                        <a14:foregroundMark x1="38235" y1="47304" x2="42157" y2="47794"/>
                        <a14:foregroundMark x1="51471" y1="43382" x2="52778" y2="47794"/>
                        <a14:foregroundMark x1="57516" y1="47794" x2="57516" y2="47794"/>
                        <a14:foregroundMark x1="75000" y1="41667" x2="78595" y2="37990"/>
                        <a14:foregroundMark x1="78595" y1="35049" x2="78595" y2="37010"/>
                        <a14:foregroundMark x1="44444" y1="45343" x2="46732" y2="44853"/>
                        <a14:foregroundMark x1="63889" y1="49020" x2="66340" y2="44608"/>
                        <a14:backgroundMark x1="22386" y1="61765" x2="89052" y2="59559"/>
                        <a14:backgroundMark x1="17320" y1="36275" x2="82680" y2="139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502" y="-251567"/>
            <a:ext cx="4353857" cy="2902571"/>
          </a:xfrm>
          <a:prstGeom prst="rect">
            <a:avLst/>
          </a:prstGeom>
        </p:spPr>
      </p:pic>
      <p:grpSp>
        <p:nvGrpSpPr>
          <p:cNvPr id="118" name="Group 117"/>
          <p:cNvGrpSpPr/>
          <p:nvPr/>
        </p:nvGrpSpPr>
        <p:grpSpPr>
          <a:xfrm rot="3795156">
            <a:off x="12363965" y="1215317"/>
            <a:ext cx="709276" cy="660545"/>
            <a:chOff x="11598616" y="1710313"/>
            <a:chExt cx="709276" cy="660545"/>
          </a:xfrm>
        </p:grpSpPr>
        <p:sp>
          <p:nvSpPr>
            <p:cNvPr id="119" name="Arc 11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Arc 13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Arc 13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4" name="Group 133"/>
          <p:cNvGrpSpPr/>
          <p:nvPr/>
        </p:nvGrpSpPr>
        <p:grpSpPr>
          <a:xfrm rot="2283331">
            <a:off x="7643234" y="1417042"/>
            <a:ext cx="709276" cy="660545"/>
            <a:chOff x="11598616" y="1710313"/>
            <a:chExt cx="709276" cy="660545"/>
          </a:xfrm>
        </p:grpSpPr>
        <p:sp>
          <p:nvSpPr>
            <p:cNvPr id="135" name="Arc 13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Arc 13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Arc 13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8192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Kasey</dc:creator>
  <cp:lastModifiedBy>Kasey</cp:lastModifiedBy>
  <cp:revision>9</cp:revision>
  <dcterms:created xsi:type="dcterms:W3CDTF">2025-12-17T22:02:46Z</dcterms:created>
  <dcterms:modified xsi:type="dcterms:W3CDTF">2025-12-19T17:45:15Z</dcterms:modified>
</cp:coreProperties>
</file>