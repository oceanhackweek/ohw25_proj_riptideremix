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1945600" cy="3657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40" y="1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598593"/>
            <a:ext cx="1645920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1921087"/>
            <a:ext cx="164592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48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3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0" y="911860"/>
            <a:ext cx="1892808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0" y="2447714"/>
            <a:ext cx="1892808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5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973666"/>
            <a:ext cx="9326880" cy="2320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973666"/>
            <a:ext cx="9326880" cy="2320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194734"/>
            <a:ext cx="18928080" cy="7069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19" y="896620"/>
            <a:ext cx="9284017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19" y="1336040"/>
            <a:ext cx="9284017" cy="19651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0" y="896620"/>
            <a:ext cx="9329738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0" y="1336040"/>
            <a:ext cx="9329738" cy="19651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0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6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1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43840"/>
            <a:ext cx="7078027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526627"/>
            <a:ext cx="11109960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1097280"/>
            <a:ext cx="7078027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43840"/>
            <a:ext cx="7078027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526627"/>
            <a:ext cx="11109960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1097280"/>
            <a:ext cx="7078027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5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0" y="194733"/>
            <a:ext cx="4732020" cy="309964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0" y="194733"/>
            <a:ext cx="13921740" cy="309964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4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194734"/>
            <a:ext cx="1892808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973666"/>
            <a:ext cx="1892808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3390054"/>
            <a:ext cx="49377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47A6-5A9B-4477-9C21-0076C406F3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3390054"/>
            <a:ext cx="74066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3390054"/>
            <a:ext cx="49377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DDE4A-7354-47B5-93C8-FF66A9F1D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9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4.png"/><Relationship Id="rId26" Type="http://schemas.microsoft.com/office/2007/relationships/hdphoto" Target="../media/hdphoto7.wdp"/><Relationship Id="rId3" Type="http://schemas.openxmlformats.org/officeDocument/2006/relationships/image" Target="../media/image2.png"/><Relationship Id="rId21" Type="http://schemas.microsoft.com/office/2007/relationships/hdphoto" Target="../media/hdphoto5.wdp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microsoft.com/office/2007/relationships/hdphoto" Target="../media/hdphoto3.wdp"/><Relationship Id="rId25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24" Type="http://schemas.microsoft.com/office/2007/relationships/hdphoto" Target="../media/hdphoto6.wdp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openxmlformats.org/officeDocument/2006/relationships/image" Target="../media/image17.png"/><Relationship Id="rId28" Type="http://schemas.openxmlformats.org/officeDocument/2006/relationships/image" Target="../media/image20.png"/><Relationship Id="rId10" Type="http://schemas.openxmlformats.org/officeDocument/2006/relationships/image" Target="../media/image8.png"/><Relationship Id="rId19" Type="http://schemas.microsoft.com/office/2007/relationships/hdphoto" Target="../media/hdphoto4.wdp"/><Relationship Id="rId4" Type="http://schemas.openxmlformats.org/officeDocument/2006/relationships/image" Target="../media/image3.png"/><Relationship Id="rId9" Type="http://schemas.microsoft.com/office/2007/relationships/hdphoto" Target="../media/hdphoto1.wdp"/><Relationship Id="rId14" Type="http://schemas.microsoft.com/office/2007/relationships/hdphoto" Target="../media/hdphoto2.wdp"/><Relationship Id="rId22" Type="http://schemas.openxmlformats.org/officeDocument/2006/relationships/image" Target="../media/image16.png"/><Relationship Id="rId2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4" y="3196"/>
            <a:ext cx="21945600" cy="365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92144">
            <a:off x="3771588" y="2559802"/>
            <a:ext cx="1477999" cy="9825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5183" flipH="1">
            <a:off x="18395712" y="2181443"/>
            <a:ext cx="1966152" cy="13107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108" y="2361322"/>
            <a:ext cx="1073587" cy="135255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10258232" y="2950632"/>
            <a:ext cx="344910" cy="683785"/>
            <a:chOff x="10230096" y="2894360"/>
            <a:chExt cx="344910" cy="683785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10326351" y="2894360"/>
              <a:ext cx="248655" cy="166163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 flipV="1">
              <a:off x="10316826" y="3056362"/>
              <a:ext cx="171450" cy="152977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10230096" y="3208763"/>
              <a:ext cx="239130" cy="186314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 flipV="1">
              <a:off x="10242749" y="3395077"/>
              <a:ext cx="245527" cy="183068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7295">
            <a:off x="13626557" y="2150013"/>
            <a:ext cx="1530935" cy="102189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170" y="2118559"/>
            <a:ext cx="1079365" cy="71826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20098" y1="52632" x2="54902" y2="883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298" y="-154072"/>
            <a:ext cx="4461607" cy="263176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942" y="2578492"/>
            <a:ext cx="1557952" cy="97631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74826">
            <a:off x="15504023" y="1410448"/>
            <a:ext cx="1980610" cy="132205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76" y="3013247"/>
            <a:ext cx="1043603" cy="50701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backgroundMark x1="23203" y1="58430" x2="43464" y2="85219"/>
                        <a14:backgroundMark x1="77288" y1="48730" x2="68464" y2="80831"/>
                        <a14:backgroundMark x1="18137" y1="32564" x2="31863" y2="16859"/>
                        <a14:backgroundMark x1="68954" y1="15242" x2="76797" y2="23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799" y="156856"/>
            <a:ext cx="1865376" cy="131978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3297" y="306761"/>
            <a:ext cx="1496840" cy="84367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89898" l="10802" r="89962">
                        <a14:foregroundMark x1="35188" y1="15778" x2="39498" y2="8173"/>
                        <a14:foregroundMark x1="38189" y1="8173" x2="44845" y2="2611"/>
                        <a14:backgroundMark x1="71358" y1="18615" x2="74032" y2="46765"/>
                        <a14:backgroundMark x1="34479" y1="6129" x2="39498" y2="227"/>
                        <a14:backgroundMark x1="57829" y1="1249" x2="37480" y2="227"/>
                        <a14:backgroundMark x1="21801" y1="28079" x2="36019" y2="802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7449" y="1577224"/>
            <a:ext cx="1752967" cy="84212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820" b="96794" l="0" r="100000">
                        <a14:foregroundMark x1="41830" y1="34870" x2="41830" y2="34870"/>
                        <a14:foregroundMark x1="45915" y1="58116" x2="45915" y2="58116"/>
                        <a14:foregroundMark x1="38562" y1="64128" x2="38562" y2="64128"/>
                        <a14:foregroundMark x1="86928" y1="63727" x2="86928" y2="63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6024" y="99871"/>
            <a:ext cx="1865376" cy="152095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>
                        <a14:backgroundMark x1="51364" y1="54659" x2="54091" y2="50455"/>
                        <a14:backgroundMark x1="41818" y1="56136" x2="40909" y2="58068"/>
                        <a14:backgroundMark x1="42879" y1="77273" x2="43333" y2="77386"/>
                        <a14:backgroundMark x1="43636" y1="76477" x2="43636" y2="76477"/>
                        <a14:backgroundMark x1="33333" y1="75114" x2="33333" y2="75114"/>
                        <a14:backgroundMark x1="33030" y1="77045" x2="33030" y2="77045"/>
                        <a14:backgroundMark x1="33333" y1="81136" x2="33333" y2="81136"/>
                        <a14:backgroundMark x1="34242" y1="79318" x2="34242" y2="79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2635" y="-199973"/>
            <a:ext cx="1408974" cy="1878632"/>
          </a:xfrm>
          <a:prstGeom prst="rect">
            <a:avLst/>
          </a:prstGeom>
        </p:spPr>
      </p:pic>
      <p:grpSp>
        <p:nvGrpSpPr>
          <p:cNvPr id="50" name="Group 49"/>
          <p:cNvGrpSpPr/>
          <p:nvPr/>
        </p:nvGrpSpPr>
        <p:grpSpPr>
          <a:xfrm>
            <a:off x="10085442" y="1476716"/>
            <a:ext cx="2222450" cy="894142"/>
            <a:chOff x="8570626" y="1512508"/>
            <a:chExt cx="2222450" cy="894142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0626" y="1512508"/>
              <a:ext cx="2119349" cy="699385"/>
            </a:xfrm>
            <a:prstGeom prst="rect">
              <a:avLst/>
            </a:prstGeom>
          </p:spPr>
        </p:pic>
        <p:sp>
          <p:nvSpPr>
            <p:cNvPr id="32" name="Arc 31"/>
            <p:cNvSpPr/>
            <p:nvPr/>
          </p:nvSpPr>
          <p:spPr>
            <a:xfrm>
              <a:off x="10083800" y="1905460"/>
              <a:ext cx="391776" cy="310690"/>
            </a:xfrm>
            <a:prstGeom prst="arc">
              <a:avLst>
                <a:gd name="adj1" fmla="val 16200000"/>
                <a:gd name="adj2" fmla="val 4211935"/>
              </a:avLst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c 32"/>
            <p:cNvSpPr/>
            <p:nvPr/>
          </p:nvSpPr>
          <p:spPr>
            <a:xfrm>
              <a:off x="10083800" y="1819905"/>
              <a:ext cx="544176" cy="510545"/>
            </a:xfrm>
            <a:prstGeom prst="arc">
              <a:avLst>
                <a:gd name="adj1" fmla="val 16200000"/>
                <a:gd name="adj2" fmla="val 4211935"/>
              </a:avLst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c 33"/>
            <p:cNvSpPr/>
            <p:nvPr/>
          </p:nvSpPr>
          <p:spPr>
            <a:xfrm>
              <a:off x="10166596" y="1746105"/>
              <a:ext cx="626480" cy="660545"/>
            </a:xfrm>
            <a:prstGeom prst="arc">
              <a:avLst>
                <a:gd name="adj1" fmla="val 16200000"/>
                <a:gd name="adj2" fmla="val 4211935"/>
              </a:avLst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9065907" y="-84666"/>
            <a:ext cx="2743200" cy="1692465"/>
            <a:chOff x="7843964" y="-125167"/>
            <a:chExt cx="2743200" cy="1692465"/>
          </a:xfrm>
        </p:grpSpPr>
        <p:grpSp>
          <p:nvGrpSpPr>
            <p:cNvPr id="46" name="Group 45"/>
            <p:cNvGrpSpPr/>
            <p:nvPr/>
          </p:nvGrpSpPr>
          <p:grpSpPr>
            <a:xfrm>
              <a:off x="8173150" y="644726"/>
              <a:ext cx="485799" cy="922572"/>
              <a:chOff x="10323318" y="523533"/>
              <a:chExt cx="485799" cy="922572"/>
            </a:xfrm>
          </p:grpSpPr>
          <p:cxnSp>
            <p:nvCxnSpPr>
              <p:cNvPr id="36" name="Straight Connector 35"/>
              <p:cNvCxnSpPr/>
              <p:nvPr/>
            </p:nvCxnSpPr>
            <p:spPr>
              <a:xfrm flipV="1">
                <a:off x="10560462" y="724904"/>
                <a:ext cx="248655" cy="166163"/>
              </a:xfrm>
              <a:prstGeom prst="line">
                <a:avLst/>
              </a:prstGeom>
              <a:ln w="28575">
                <a:solidFill>
                  <a:srgbClr val="FFFF65"/>
                </a:solidFill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grpSp>
            <p:nvGrpSpPr>
              <p:cNvPr id="45" name="Group 44"/>
              <p:cNvGrpSpPr/>
              <p:nvPr/>
            </p:nvGrpSpPr>
            <p:grpSpPr>
              <a:xfrm>
                <a:off x="10323318" y="523533"/>
                <a:ext cx="470535" cy="922572"/>
                <a:chOff x="11611710" y="372074"/>
                <a:chExt cx="470535" cy="922572"/>
              </a:xfrm>
            </p:grpSpPr>
            <p:cxnSp>
              <p:nvCxnSpPr>
                <p:cNvPr id="37" name="Straight Connector 36"/>
                <p:cNvCxnSpPr/>
                <p:nvPr/>
              </p:nvCxnSpPr>
              <p:spPr>
                <a:xfrm flipH="1" flipV="1">
                  <a:off x="11824065" y="735540"/>
                  <a:ext cx="171450" cy="152977"/>
                </a:xfrm>
                <a:prstGeom prst="line">
                  <a:avLst/>
                </a:prstGeom>
                <a:ln w="28575">
                  <a:solidFill>
                    <a:srgbClr val="FFFF65"/>
                  </a:solidFill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 flipV="1">
                  <a:off x="11737335" y="887941"/>
                  <a:ext cx="239130" cy="186314"/>
                </a:xfrm>
                <a:prstGeom prst="line">
                  <a:avLst/>
                </a:prstGeom>
                <a:ln w="28575">
                  <a:solidFill>
                    <a:srgbClr val="FFFF65"/>
                  </a:solidFill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>
                <a:xfrm flipH="1" flipV="1">
                  <a:off x="11749988" y="1074255"/>
                  <a:ext cx="245527" cy="183068"/>
                </a:xfrm>
                <a:prstGeom prst="line">
                  <a:avLst/>
                </a:prstGeom>
                <a:ln w="28575">
                  <a:solidFill>
                    <a:srgbClr val="FFFF65"/>
                  </a:solidFill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flipH="1" flipV="1">
                  <a:off x="11732572" y="514100"/>
                  <a:ext cx="248655" cy="166163"/>
                </a:xfrm>
                <a:prstGeom prst="line">
                  <a:avLst/>
                </a:prstGeom>
                <a:ln w="28575">
                  <a:solidFill>
                    <a:srgbClr val="FFFF65"/>
                  </a:solidFill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flipV="1">
                  <a:off x="11665897" y="1141669"/>
                  <a:ext cx="171450" cy="152977"/>
                </a:xfrm>
                <a:prstGeom prst="line">
                  <a:avLst/>
                </a:prstGeom>
                <a:ln w="28575">
                  <a:solidFill>
                    <a:srgbClr val="FFFF65"/>
                  </a:solidFill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 flipH="1" flipV="1">
                  <a:off x="11611710" y="788667"/>
                  <a:ext cx="239130" cy="186314"/>
                </a:xfrm>
                <a:prstGeom prst="line">
                  <a:avLst/>
                </a:prstGeom>
                <a:ln w="28575">
                  <a:solidFill>
                    <a:srgbClr val="FFFF65"/>
                  </a:solidFill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>
                  <a:off x="11799120" y="372074"/>
                  <a:ext cx="283125" cy="196464"/>
                </a:xfrm>
                <a:prstGeom prst="line">
                  <a:avLst/>
                </a:prstGeom>
                <a:ln w="28575">
                  <a:solidFill>
                    <a:srgbClr val="FFFF65"/>
                  </a:solidFill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23" cstate="print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backgroundRemoval t="4924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3964" y="-125167"/>
              <a:ext cx="2743200" cy="1097280"/>
            </a:xfrm>
            <a:prstGeom prst="rect">
              <a:avLst/>
            </a:prstGeom>
          </p:spPr>
        </p:pic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25" cstate="print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455" b="99432" l="7758" r="8874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986" y="18232"/>
            <a:ext cx="2021430" cy="151607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57316" flipH="1">
            <a:off x="5868914" y="1626996"/>
            <a:ext cx="2079937" cy="1388358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7080" y="189470"/>
            <a:ext cx="1966253" cy="92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9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Kasey</dc:creator>
  <cp:lastModifiedBy>Kasey</cp:lastModifiedBy>
  <cp:revision>5</cp:revision>
  <dcterms:created xsi:type="dcterms:W3CDTF">2025-12-17T22:02:46Z</dcterms:created>
  <dcterms:modified xsi:type="dcterms:W3CDTF">2025-12-17T22:36:48Z</dcterms:modified>
</cp:coreProperties>
</file>