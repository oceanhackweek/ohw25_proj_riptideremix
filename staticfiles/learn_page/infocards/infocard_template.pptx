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9144000" cy="11887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4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472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1670" y="22"/>
      </p:cViewPr>
      <p:guideLst>
        <p:guide orient="horz" pos="3744"/>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692739"/>
            <a:ext cx="7772400" cy="2548043"/>
          </a:xfrm>
        </p:spPr>
        <p:txBody>
          <a:bodyPr/>
          <a:lstStyle/>
          <a:p>
            <a:r>
              <a:rPr lang="en-US"/>
              <a:t>Click to edit Master title style</a:t>
            </a:r>
          </a:p>
        </p:txBody>
      </p:sp>
      <p:sp>
        <p:nvSpPr>
          <p:cNvPr id="3" name="Subtitle 2"/>
          <p:cNvSpPr>
            <a:spLocks noGrp="1"/>
          </p:cNvSpPr>
          <p:nvPr>
            <p:ph type="subTitle" idx="1"/>
          </p:nvPr>
        </p:nvSpPr>
        <p:spPr>
          <a:xfrm>
            <a:off x="1371600" y="6736080"/>
            <a:ext cx="6400800" cy="3037840"/>
          </a:xfrm>
        </p:spPr>
        <p:txBody>
          <a:bodyPr/>
          <a:lstStyle>
            <a:lvl1pPr marL="0" indent="0" algn="ctr">
              <a:buNone/>
              <a:defRPr>
                <a:solidFill>
                  <a:schemeClr val="tx1">
                    <a:tint val="75000"/>
                  </a:schemeClr>
                </a:solidFill>
              </a:defRPr>
            </a:lvl1pPr>
            <a:lvl2pPr marL="396255" indent="0" algn="ctr">
              <a:buNone/>
              <a:defRPr>
                <a:solidFill>
                  <a:schemeClr val="tx1">
                    <a:tint val="75000"/>
                  </a:schemeClr>
                </a:solidFill>
              </a:defRPr>
            </a:lvl2pPr>
            <a:lvl3pPr marL="792510" indent="0" algn="ctr">
              <a:buNone/>
              <a:defRPr>
                <a:solidFill>
                  <a:schemeClr val="tx1">
                    <a:tint val="75000"/>
                  </a:schemeClr>
                </a:solidFill>
              </a:defRPr>
            </a:lvl3pPr>
            <a:lvl4pPr marL="1188766" indent="0" algn="ctr">
              <a:buNone/>
              <a:defRPr>
                <a:solidFill>
                  <a:schemeClr val="tx1">
                    <a:tint val="75000"/>
                  </a:schemeClr>
                </a:solidFill>
              </a:defRPr>
            </a:lvl4pPr>
            <a:lvl5pPr marL="1585021" indent="0" algn="ctr">
              <a:buNone/>
              <a:defRPr>
                <a:solidFill>
                  <a:schemeClr val="tx1">
                    <a:tint val="75000"/>
                  </a:schemeClr>
                </a:solidFill>
              </a:defRPr>
            </a:lvl5pPr>
            <a:lvl6pPr marL="1981276" indent="0" algn="ctr">
              <a:buNone/>
              <a:defRPr>
                <a:solidFill>
                  <a:schemeClr val="tx1">
                    <a:tint val="75000"/>
                  </a:schemeClr>
                </a:solidFill>
              </a:defRPr>
            </a:lvl6pPr>
            <a:lvl7pPr marL="2377531" indent="0" algn="ctr">
              <a:buNone/>
              <a:defRPr>
                <a:solidFill>
                  <a:schemeClr val="tx1">
                    <a:tint val="75000"/>
                  </a:schemeClr>
                </a:solidFill>
              </a:defRPr>
            </a:lvl7pPr>
            <a:lvl8pPr marL="2773787" indent="0" algn="ctr">
              <a:buNone/>
              <a:defRPr>
                <a:solidFill>
                  <a:schemeClr val="tx1">
                    <a:tint val="75000"/>
                  </a:schemeClr>
                </a:solidFill>
              </a:defRPr>
            </a:lvl8pPr>
            <a:lvl9pPr marL="317004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7638628"/>
            <a:ext cx="7772400" cy="2360930"/>
          </a:xfrm>
        </p:spPr>
        <p:txBody>
          <a:bodyPr anchor="t"/>
          <a:lstStyle>
            <a:lvl1pPr algn="l">
              <a:defRPr sz="3467" b="1" cap="all"/>
            </a:lvl1pPr>
          </a:lstStyle>
          <a:p>
            <a:r>
              <a:rPr lang="en-US"/>
              <a:t>Click to edit Master title style</a:t>
            </a:r>
          </a:p>
        </p:txBody>
      </p:sp>
      <p:sp>
        <p:nvSpPr>
          <p:cNvPr id="3" name="Text Placeholder 2"/>
          <p:cNvSpPr>
            <a:spLocks noGrp="1"/>
          </p:cNvSpPr>
          <p:nvPr>
            <p:ph type="body" idx="1"/>
          </p:nvPr>
        </p:nvSpPr>
        <p:spPr>
          <a:xfrm>
            <a:off x="722313" y="5038304"/>
            <a:ext cx="7772400" cy="2600324"/>
          </a:xfrm>
        </p:spPr>
        <p:txBody>
          <a:bodyPr anchor="b"/>
          <a:lstStyle>
            <a:lvl1pPr marL="0" indent="0">
              <a:buNone/>
              <a:defRPr sz="1733">
                <a:solidFill>
                  <a:schemeClr val="tx1">
                    <a:tint val="75000"/>
                  </a:schemeClr>
                </a:solidFill>
              </a:defRPr>
            </a:lvl1pPr>
            <a:lvl2pPr marL="396255" indent="0">
              <a:buNone/>
              <a:defRPr sz="1560">
                <a:solidFill>
                  <a:schemeClr val="tx1">
                    <a:tint val="75000"/>
                  </a:schemeClr>
                </a:solidFill>
              </a:defRPr>
            </a:lvl2pPr>
            <a:lvl3pPr marL="792510" indent="0">
              <a:buNone/>
              <a:defRPr sz="1387">
                <a:solidFill>
                  <a:schemeClr val="tx1">
                    <a:tint val="75000"/>
                  </a:schemeClr>
                </a:solidFill>
              </a:defRPr>
            </a:lvl3pPr>
            <a:lvl4pPr marL="1188766" indent="0">
              <a:buNone/>
              <a:defRPr sz="1213">
                <a:solidFill>
                  <a:schemeClr val="tx1">
                    <a:tint val="75000"/>
                  </a:schemeClr>
                </a:solidFill>
              </a:defRPr>
            </a:lvl4pPr>
            <a:lvl5pPr marL="1585021" indent="0">
              <a:buNone/>
              <a:defRPr sz="1213">
                <a:solidFill>
                  <a:schemeClr val="tx1">
                    <a:tint val="75000"/>
                  </a:schemeClr>
                </a:solidFill>
              </a:defRPr>
            </a:lvl5pPr>
            <a:lvl6pPr marL="1981276" indent="0">
              <a:buNone/>
              <a:defRPr sz="1213">
                <a:solidFill>
                  <a:schemeClr val="tx1">
                    <a:tint val="75000"/>
                  </a:schemeClr>
                </a:solidFill>
              </a:defRPr>
            </a:lvl6pPr>
            <a:lvl7pPr marL="2377531" indent="0">
              <a:buNone/>
              <a:defRPr sz="1213">
                <a:solidFill>
                  <a:schemeClr val="tx1">
                    <a:tint val="75000"/>
                  </a:schemeClr>
                </a:solidFill>
              </a:defRPr>
            </a:lvl7pPr>
            <a:lvl8pPr marL="2773787" indent="0">
              <a:buNone/>
              <a:defRPr sz="1213">
                <a:solidFill>
                  <a:schemeClr val="tx1">
                    <a:tint val="75000"/>
                  </a:schemeClr>
                </a:solidFill>
              </a:defRPr>
            </a:lvl8pPr>
            <a:lvl9pPr marL="3170042" indent="0">
              <a:buNone/>
              <a:defRPr sz="121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2773681"/>
            <a:ext cx="4038600" cy="7845003"/>
          </a:xfrm>
        </p:spPr>
        <p:txBody>
          <a:bodyPr/>
          <a:lstStyle>
            <a:lvl1pPr>
              <a:defRPr sz="2427"/>
            </a:lvl1pPr>
            <a:lvl2pPr>
              <a:defRPr sz="2080"/>
            </a:lvl2pPr>
            <a:lvl3pPr>
              <a:defRPr sz="1733"/>
            </a:lvl3pPr>
            <a:lvl4pPr>
              <a:defRPr sz="1560"/>
            </a:lvl4pPr>
            <a:lvl5pPr>
              <a:defRPr sz="1560"/>
            </a:lvl5pPr>
            <a:lvl6pPr>
              <a:defRPr sz="1560"/>
            </a:lvl6pPr>
            <a:lvl7pPr>
              <a:defRPr sz="1560"/>
            </a:lvl7pPr>
            <a:lvl8pPr>
              <a:defRPr sz="1560"/>
            </a:lvl8pPr>
            <a:lvl9pPr>
              <a:defRPr sz="15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773681"/>
            <a:ext cx="4038600" cy="7845003"/>
          </a:xfrm>
        </p:spPr>
        <p:txBody>
          <a:bodyPr/>
          <a:lstStyle>
            <a:lvl1pPr>
              <a:defRPr sz="2427"/>
            </a:lvl1pPr>
            <a:lvl2pPr>
              <a:defRPr sz="2080"/>
            </a:lvl2pPr>
            <a:lvl3pPr>
              <a:defRPr sz="1733"/>
            </a:lvl3pPr>
            <a:lvl4pPr>
              <a:defRPr sz="1560"/>
            </a:lvl4pPr>
            <a:lvl5pPr>
              <a:defRPr sz="1560"/>
            </a:lvl5pPr>
            <a:lvl6pPr>
              <a:defRPr sz="1560"/>
            </a:lvl6pPr>
            <a:lvl7pPr>
              <a:defRPr sz="1560"/>
            </a:lvl7pPr>
            <a:lvl8pPr>
              <a:defRPr sz="1560"/>
            </a:lvl8pPr>
            <a:lvl9pPr>
              <a:defRPr sz="15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2660862"/>
            <a:ext cx="4040188" cy="1108921"/>
          </a:xfrm>
        </p:spPr>
        <p:txBody>
          <a:bodyPr anchor="b"/>
          <a:lstStyle>
            <a:lvl1pPr marL="0" indent="0">
              <a:buNone/>
              <a:defRPr sz="2080" b="1"/>
            </a:lvl1pPr>
            <a:lvl2pPr marL="396255" indent="0">
              <a:buNone/>
              <a:defRPr sz="1733" b="1"/>
            </a:lvl2pPr>
            <a:lvl3pPr marL="792510" indent="0">
              <a:buNone/>
              <a:defRPr sz="1560" b="1"/>
            </a:lvl3pPr>
            <a:lvl4pPr marL="1188766" indent="0">
              <a:buNone/>
              <a:defRPr sz="1387" b="1"/>
            </a:lvl4pPr>
            <a:lvl5pPr marL="1585021" indent="0">
              <a:buNone/>
              <a:defRPr sz="1387" b="1"/>
            </a:lvl5pPr>
            <a:lvl6pPr marL="1981276" indent="0">
              <a:buNone/>
              <a:defRPr sz="1387" b="1"/>
            </a:lvl6pPr>
            <a:lvl7pPr marL="2377531" indent="0">
              <a:buNone/>
              <a:defRPr sz="1387" b="1"/>
            </a:lvl7pPr>
            <a:lvl8pPr marL="2773787" indent="0">
              <a:buNone/>
              <a:defRPr sz="1387" b="1"/>
            </a:lvl8pPr>
            <a:lvl9pPr marL="3170042" indent="0">
              <a:buNone/>
              <a:defRPr sz="1387" b="1"/>
            </a:lvl9pPr>
          </a:lstStyle>
          <a:p>
            <a:pPr lvl="0"/>
            <a:r>
              <a:rPr lang="en-US"/>
              <a:t>Click to edit Master text styles</a:t>
            </a:r>
          </a:p>
        </p:txBody>
      </p:sp>
      <p:sp>
        <p:nvSpPr>
          <p:cNvPr id="4" name="Content Placeholder 3"/>
          <p:cNvSpPr>
            <a:spLocks noGrp="1"/>
          </p:cNvSpPr>
          <p:nvPr>
            <p:ph sz="half" idx="2"/>
          </p:nvPr>
        </p:nvSpPr>
        <p:spPr>
          <a:xfrm>
            <a:off x="457200" y="3769783"/>
            <a:ext cx="4040188" cy="6848899"/>
          </a:xfrm>
        </p:spPr>
        <p:txBody>
          <a:bodyPr/>
          <a:lstStyle>
            <a:lvl1pPr>
              <a:defRPr sz="2080"/>
            </a:lvl1pPr>
            <a:lvl2pPr>
              <a:defRPr sz="1733"/>
            </a:lvl2pPr>
            <a:lvl3pPr>
              <a:defRPr sz="156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2660862"/>
            <a:ext cx="4041775" cy="1108921"/>
          </a:xfrm>
        </p:spPr>
        <p:txBody>
          <a:bodyPr anchor="b"/>
          <a:lstStyle>
            <a:lvl1pPr marL="0" indent="0">
              <a:buNone/>
              <a:defRPr sz="2080" b="1"/>
            </a:lvl1pPr>
            <a:lvl2pPr marL="396255" indent="0">
              <a:buNone/>
              <a:defRPr sz="1733" b="1"/>
            </a:lvl2pPr>
            <a:lvl3pPr marL="792510" indent="0">
              <a:buNone/>
              <a:defRPr sz="1560" b="1"/>
            </a:lvl3pPr>
            <a:lvl4pPr marL="1188766" indent="0">
              <a:buNone/>
              <a:defRPr sz="1387" b="1"/>
            </a:lvl4pPr>
            <a:lvl5pPr marL="1585021" indent="0">
              <a:buNone/>
              <a:defRPr sz="1387" b="1"/>
            </a:lvl5pPr>
            <a:lvl6pPr marL="1981276" indent="0">
              <a:buNone/>
              <a:defRPr sz="1387" b="1"/>
            </a:lvl6pPr>
            <a:lvl7pPr marL="2377531" indent="0">
              <a:buNone/>
              <a:defRPr sz="1387" b="1"/>
            </a:lvl7pPr>
            <a:lvl8pPr marL="2773787" indent="0">
              <a:buNone/>
              <a:defRPr sz="1387" b="1"/>
            </a:lvl8pPr>
            <a:lvl9pPr marL="3170042" indent="0">
              <a:buNone/>
              <a:defRPr sz="1387" b="1"/>
            </a:lvl9pPr>
          </a:lstStyle>
          <a:p>
            <a:pPr lvl="0"/>
            <a:r>
              <a:rPr lang="en-US"/>
              <a:t>Click to edit Master text styles</a:t>
            </a:r>
          </a:p>
        </p:txBody>
      </p:sp>
      <p:sp>
        <p:nvSpPr>
          <p:cNvPr id="6" name="Content Placeholder 5"/>
          <p:cNvSpPr>
            <a:spLocks noGrp="1"/>
          </p:cNvSpPr>
          <p:nvPr>
            <p:ph sz="quarter" idx="4"/>
          </p:nvPr>
        </p:nvSpPr>
        <p:spPr>
          <a:xfrm>
            <a:off x="4645028" y="3769783"/>
            <a:ext cx="4041775" cy="6848899"/>
          </a:xfrm>
        </p:spPr>
        <p:txBody>
          <a:bodyPr/>
          <a:lstStyle>
            <a:lvl1pPr>
              <a:defRPr sz="2080"/>
            </a:lvl1pPr>
            <a:lvl2pPr>
              <a:defRPr sz="1733"/>
            </a:lvl2pPr>
            <a:lvl3pPr>
              <a:defRPr sz="156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473287"/>
            <a:ext cx="3008313" cy="2014220"/>
          </a:xfrm>
        </p:spPr>
        <p:txBody>
          <a:bodyPr anchor="b"/>
          <a:lstStyle>
            <a:lvl1pPr algn="l">
              <a:defRPr sz="1733" b="1"/>
            </a:lvl1pPr>
          </a:lstStyle>
          <a:p>
            <a:r>
              <a:rPr lang="en-US"/>
              <a:t>Click to edit Master title style</a:t>
            </a:r>
          </a:p>
        </p:txBody>
      </p:sp>
      <p:sp>
        <p:nvSpPr>
          <p:cNvPr id="3" name="Content Placeholder 2"/>
          <p:cNvSpPr>
            <a:spLocks noGrp="1"/>
          </p:cNvSpPr>
          <p:nvPr>
            <p:ph idx="1"/>
          </p:nvPr>
        </p:nvSpPr>
        <p:spPr>
          <a:xfrm>
            <a:off x="3575050" y="473288"/>
            <a:ext cx="5111750" cy="10145396"/>
          </a:xfrm>
        </p:spPr>
        <p:txBody>
          <a:bodyPr/>
          <a:lstStyle>
            <a:lvl1pPr>
              <a:defRPr sz="2773"/>
            </a:lvl1pPr>
            <a:lvl2pPr>
              <a:defRPr sz="2427"/>
            </a:lvl2pPr>
            <a:lvl3pPr>
              <a:defRPr sz="2080"/>
            </a:lvl3pPr>
            <a:lvl4pPr>
              <a:defRPr sz="1733"/>
            </a:lvl4pPr>
            <a:lvl5pPr>
              <a:defRPr sz="1733"/>
            </a:lvl5pPr>
            <a:lvl6pPr>
              <a:defRPr sz="1733"/>
            </a:lvl6pPr>
            <a:lvl7pPr>
              <a:defRPr sz="1733"/>
            </a:lvl7pPr>
            <a:lvl8pPr>
              <a:defRPr sz="1733"/>
            </a:lvl8pPr>
            <a:lvl9pPr>
              <a:defRPr sz="17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2487508"/>
            <a:ext cx="3008313" cy="8131176"/>
          </a:xfrm>
        </p:spPr>
        <p:txBody>
          <a:bodyPr/>
          <a:lstStyle>
            <a:lvl1pPr marL="0" indent="0">
              <a:buNone/>
              <a:defRPr sz="1213"/>
            </a:lvl1pPr>
            <a:lvl2pPr marL="396255" indent="0">
              <a:buNone/>
              <a:defRPr sz="1040"/>
            </a:lvl2pPr>
            <a:lvl3pPr marL="792510" indent="0">
              <a:buNone/>
              <a:defRPr sz="867"/>
            </a:lvl3pPr>
            <a:lvl4pPr marL="1188766" indent="0">
              <a:buNone/>
              <a:defRPr sz="780"/>
            </a:lvl4pPr>
            <a:lvl5pPr marL="1585021" indent="0">
              <a:buNone/>
              <a:defRPr sz="780"/>
            </a:lvl5pPr>
            <a:lvl6pPr marL="1981276" indent="0">
              <a:buNone/>
              <a:defRPr sz="780"/>
            </a:lvl6pPr>
            <a:lvl7pPr marL="2377531" indent="0">
              <a:buNone/>
              <a:defRPr sz="780"/>
            </a:lvl7pPr>
            <a:lvl8pPr marL="2773787" indent="0">
              <a:buNone/>
              <a:defRPr sz="780"/>
            </a:lvl8pPr>
            <a:lvl9pPr marL="3170042" indent="0">
              <a:buNone/>
              <a:defRPr sz="78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8321040"/>
            <a:ext cx="5486400" cy="982346"/>
          </a:xfrm>
        </p:spPr>
        <p:txBody>
          <a:bodyPr anchor="b"/>
          <a:lstStyle>
            <a:lvl1pPr algn="l">
              <a:defRPr sz="1733" b="1"/>
            </a:lvl1pPr>
          </a:lstStyle>
          <a:p>
            <a:r>
              <a:rPr lang="en-US"/>
              <a:t>Click to edit Master title style</a:t>
            </a:r>
          </a:p>
        </p:txBody>
      </p:sp>
      <p:sp>
        <p:nvSpPr>
          <p:cNvPr id="3" name="Picture Placeholder 2"/>
          <p:cNvSpPr>
            <a:spLocks noGrp="1"/>
          </p:cNvSpPr>
          <p:nvPr>
            <p:ph type="pic" idx="1"/>
          </p:nvPr>
        </p:nvSpPr>
        <p:spPr>
          <a:xfrm>
            <a:off x="1792288" y="1062143"/>
            <a:ext cx="5486400" cy="7132320"/>
          </a:xfrm>
        </p:spPr>
        <p:txBody>
          <a:bodyPr/>
          <a:lstStyle>
            <a:lvl1pPr marL="0" indent="0">
              <a:buNone/>
              <a:defRPr sz="2773"/>
            </a:lvl1pPr>
            <a:lvl2pPr marL="396255" indent="0">
              <a:buNone/>
              <a:defRPr sz="2427"/>
            </a:lvl2pPr>
            <a:lvl3pPr marL="792510" indent="0">
              <a:buNone/>
              <a:defRPr sz="2080"/>
            </a:lvl3pPr>
            <a:lvl4pPr marL="1188766" indent="0">
              <a:buNone/>
              <a:defRPr sz="1733"/>
            </a:lvl4pPr>
            <a:lvl5pPr marL="1585021" indent="0">
              <a:buNone/>
              <a:defRPr sz="1733"/>
            </a:lvl5pPr>
            <a:lvl6pPr marL="1981276" indent="0">
              <a:buNone/>
              <a:defRPr sz="1733"/>
            </a:lvl6pPr>
            <a:lvl7pPr marL="2377531" indent="0">
              <a:buNone/>
              <a:defRPr sz="1733"/>
            </a:lvl7pPr>
            <a:lvl8pPr marL="2773787" indent="0">
              <a:buNone/>
              <a:defRPr sz="1733"/>
            </a:lvl8pPr>
            <a:lvl9pPr marL="3170042" indent="0">
              <a:buNone/>
              <a:defRPr sz="1733"/>
            </a:lvl9pPr>
          </a:lstStyle>
          <a:p>
            <a:endParaRPr lang="en-US"/>
          </a:p>
        </p:txBody>
      </p:sp>
      <p:sp>
        <p:nvSpPr>
          <p:cNvPr id="4" name="Text Placeholder 3"/>
          <p:cNvSpPr>
            <a:spLocks noGrp="1"/>
          </p:cNvSpPr>
          <p:nvPr>
            <p:ph type="body" sz="half" idx="2"/>
          </p:nvPr>
        </p:nvSpPr>
        <p:spPr>
          <a:xfrm>
            <a:off x="1792288" y="9303386"/>
            <a:ext cx="5486400" cy="1395094"/>
          </a:xfrm>
        </p:spPr>
        <p:txBody>
          <a:bodyPr/>
          <a:lstStyle>
            <a:lvl1pPr marL="0" indent="0">
              <a:buNone/>
              <a:defRPr sz="1213"/>
            </a:lvl1pPr>
            <a:lvl2pPr marL="396255" indent="0">
              <a:buNone/>
              <a:defRPr sz="1040"/>
            </a:lvl2pPr>
            <a:lvl3pPr marL="792510" indent="0">
              <a:buNone/>
              <a:defRPr sz="867"/>
            </a:lvl3pPr>
            <a:lvl4pPr marL="1188766" indent="0">
              <a:buNone/>
              <a:defRPr sz="780"/>
            </a:lvl4pPr>
            <a:lvl5pPr marL="1585021" indent="0">
              <a:buNone/>
              <a:defRPr sz="780"/>
            </a:lvl5pPr>
            <a:lvl6pPr marL="1981276" indent="0">
              <a:buNone/>
              <a:defRPr sz="780"/>
            </a:lvl6pPr>
            <a:lvl7pPr marL="2377531" indent="0">
              <a:buNone/>
              <a:defRPr sz="780"/>
            </a:lvl7pPr>
            <a:lvl8pPr marL="2773787" indent="0">
              <a:buNone/>
              <a:defRPr sz="780"/>
            </a:lvl8pPr>
            <a:lvl9pPr marL="3170042" indent="0">
              <a:buNone/>
              <a:defRPr sz="78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76040"/>
            <a:ext cx="2057400" cy="1014264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76040"/>
            <a:ext cx="6019800" cy="101426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76039"/>
            <a:ext cx="8229600" cy="19812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2773681"/>
            <a:ext cx="8229600" cy="78450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11017675"/>
            <a:ext cx="2133600" cy="632883"/>
          </a:xfrm>
          <a:prstGeom prst="rect">
            <a:avLst/>
          </a:prstGeom>
        </p:spPr>
        <p:txBody>
          <a:bodyPr vert="horz" lIns="91440" tIns="45720" rIns="91440" bIns="45720" rtlCol="0" anchor="ctr"/>
          <a:lstStyle>
            <a:lvl1pPr algn="l">
              <a:defRPr sz="1040">
                <a:solidFill>
                  <a:schemeClr val="tx1">
                    <a:tint val="75000"/>
                  </a:schemeClr>
                </a:solidFill>
              </a:defRPr>
            </a:lvl1pPr>
          </a:lstStyle>
          <a:p>
            <a:fld id="{5BCAD085-E8A6-8845-BD4E-CB4CCA059FC4}" type="datetimeFigureOut">
              <a:rPr lang="en-US" smtClean="0"/>
              <a:t>2/7/2026</a:t>
            </a:fld>
            <a:endParaRPr lang="en-US"/>
          </a:p>
        </p:txBody>
      </p:sp>
      <p:sp>
        <p:nvSpPr>
          <p:cNvPr id="5" name="Footer Placeholder 4"/>
          <p:cNvSpPr>
            <a:spLocks noGrp="1"/>
          </p:cNvSpPr>
          <p:nvPr>
            <p:ph type="ftr" sz="quarter" idx="3"/>
          </p:nvPr>
        </p:nvSpPr>
        <p:spPr>
          <a:xfrm>
            <a:off x="3124200" y="11017675"/>
            <a:ext cx="2895600" cy="632883"/>
          </a:xfrm>
          <a:prstGeom prst="rect">
            <a:avLst/>
          </a:prstGeom>
        </p:spPr>
        <p:txBody>
          <a:bodyPr vert="horz" lIns="91440" tIns="45720" rIns="91440" bIns="45720" rtlCol="0" anchor="ctr"/>
          <a:lstStyle>
            <a:lvl1pPr algn="ctr">
              <a:defRPr sz="1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11017675"/>
            <a:ext cx="2133600" cy="632883"/>
          </a:xfrm>
          <a:prstGeom prst="rect">
            <a:avLst/>
          </a:prstGeom>
        </p:spPr>
        <p:txBody>
          <a:bodyPr vert="horz" lIns="91440" tIns="45720" rIns="91440" bIns="45720" rtlCol="0" anchor="ctr"/>
          <a:lstStyle>
            <a:lvl1pPr algn="r">
              <a:defRPr sz="104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96255" rtl="0" eaLnBrk="1" latinLnBrk="0" hangingPunct="1">
        <a:spcBef>
          <a:spcPct val="0"/>
        </a:spcBef>
        <a:buNone/>
        <a:defRPr sz="3813" kern="1200">
          <a:solidFill>
            <a:schemeClr val="tx1"/>
          </a:solidFill>
          <a:latin typeface="+mj-lt"/>
          <a:ea typeface="+mj-ea"/>
          <a:cs typeface="+mj-cs"/>
        </a:defRPr>
      </a:lvl1pPr>
    </p:titleStyle>
    <p:bodyStyle>
      <a:lvl1pPr marL="297191" indent="-297191" algn="l" defTabSz="396255" rtl="0" eaLnBrk="1" latinLnBrk="0" hangingPunct="1">
        <a:spcBef>
          <a:spcPct val="20000"/>
        </a:spcBef>
        <a:buFont typeface="Arial"/>
        <a:buChar char="•"/>
        <a:defRPr sz="2773" kern="1200">
          <a:solidFill>
            <a:schemeClr val="tx1"/>
          </a:solidFill>
          <a:latin typeface="+mn-lt"/>
          <a:ea typeface="+mn-ea"/>
          <a:cs typeface="+mn-cs"/>
        </a:defRPr>
      </a:lvl1pPr>
      <a:lvl2pPr marL="643915" indent="-247660" algn="l" defTabSz="396255" rtl="0" eaLnBrk="1" latinLnBrk="0" hangingPunct="1">
        <a:spcBef>
          <a:spcPct val="20000"/>
        </a:spcBef>
        <a:buFont typeface="Arial"/>
        <a:buChar char="–"/>
        <a:defRPr sz="2427" kern="1200">
          <a:solidFill>
            <a:schemeClr val="tx1"/>
          </a:solidFill>
          <a:latin typeface="+mn-lt"/>
          <a:ea typeface="+mn-ea"/>
          <a:cs typeface="+mn-cs"/>
        </a:defRPr>
      </a:lvl2pPr>
      <a:lvl3pPr marL="990638" indent="-198128" algn="l" defTabSz="396255" rtl="0" eaLnBrk="1" latinLnBrk="0" hangingPunct="1">
        <a:spcBef>
          <a:spcPct val="20000"/>
        </a:spcBef>
        <a:buFont typeface="Arial"/>
        <a:buChar char="•"/>
        <a:defRPr sz="2080" kern="1200">
          <a:solidFill>
            <a:schemeClr val="tx1"/>
          </a:solidFill>
          <a:latin typeface="+mn-lt"/>
          <a:ea typeface="+mn-ea"/>
          <a:cs typeface="+mn-cs"/>
        </a:defRPr>
      </a:lvl3pPr>
      <a:lvl4pPr marL="1386893" indent="-198128" algn="l" defTabSz="396255" rtl="0" eaLnBrk="1" latinLnBrk="0" hangingPunct="1">
        <a:spcBef>
          <a:spcPct val="20000"/>
        </a:spcBef>
        <a:buFont typeface="Arial"/>
        <a:buChar char="–"/>
        <a:defRPr sz="1733" kern="1200">
          <a:solidFill>
            <a:schemeClr val="tx1"/>
          </a:solidFill>
          <a:latin typeface="+mn-lt"/>
          <a:ea typeface="+mn-ea"/>
          <a:cs typeface="+mn-cs"/>
        </a:defRPr>
      </a:lvl4pPr>
      <a:lvl5pPr marL="1783149" indent="-198128" algn="l" defTabSz="396255" rtl="0" eaLnBrk="1" latinLnBrk="0" hangingPunct="1">
        <a:spcBef>
          <a:spcPct val="20000"/>
        </a:spcBef>
        <a:buFont typeface="Arial"/>
        <a:buChar char="»"/>
        <a:defRPr sz="1733" kern="1200">
          <a:solidFill>
            <a:schemeClr val="tx1"/>
          </a:solidFill>
          <a:latin typeface="+mn-lt"/>
          <a:ea typeface="+mn-ea"/>
          <a:cs typeface="+mn-cs"/>
        </a:defRPr>
      </a:lvl5pPr>
      <a:lvl6pPr marL="2179404" indent="-198128" algn="l" defTabSz="396255" rtl="0" eaLnBrk="1" latinLnBrk="0" hangingPunct="1">
        <a:spcBef>
          <a:spcPct val="20000"/>
        </a:spcBef>
        <a:buFont typeface="Arial"/>
        <a:buChar char="•"/>
        <a:defRPr sz="1733" kern="1200">
          <a:solidFill>
            <a:schemeClr val="tx1"/>
          </a:solidFill>
          <a:latin typeface="+mn-lt"/>
          <a:ea typeface="+mn-ea"/>
          <a:cs typeface="+mn-cs"/>
        </a:defRPr>
      </a:lvl6pPr>
      <a:lvl7pPr marL="2575659" indent="-198128" algn="l" defTabSz="396255" rtl="0" eaLnBrk="1" latinLnBrk="0" hangingPunct="1">
        <a:spcBef>
          <a:spcPct val="20000"/>
        </a:spcBef>
        <a:buFont typeface="Arial"/>
        <a:buChar char="•"/>
        <a:defRPr sz="1733" kern="1200">
          <a:solidFill>
            <a:schemeClr val="tx1"/>
          </a:solidFill>
          <a:latin typeface="+mn-lt"/>
          <a:ea typeface="+mn-ea"/>
          <a:cs typeface="+mn-cs"/>
        </a:defRPr>
      </a:lvl7pPr>
      <a:lvl8pPr marL="2971914" indent="-198128" algn="l" defTabSz="396255" rtl="0" eaLnBrk="1" latinLnBrk="0" hangingPunct="1">
        <a:spcBef>
          <a:spcPct val="20000"/>
        </a:spcBef>
        <a:buFont typeface="Arial"/>
        <a:buChar char="•"/>
        <a:defRPr sz="1733" kern="1200">
          <a:solidFill>
            <a:schemeClr val="tx1"/>
          </a:solidFill>
          <a:latin typeface="+mn-lt"/>
          <a:ea typeface="+mn-ea"/>
          <a:cs typeface="+mn-cs"/>
        </a:defRPr>
      </a:lvl8pPr>
      <a:lvl9pPr marL="3368170" indent="-198128" algn="l" defTabSz="396255" rtl="0" eaLnBrk="1" latinLnBrk="0" hangingPunct="1">
        <a:spcBef>
          <a:spcPct val="20000"/>
        </a:spcBef>
        <a:buFont typeface="Arial"/>
        <a:buChar char="•"/>
        <a:defRPr sz="1733" kern="1200">
          <a:solidFill>
            <a:schemeClr val="tx1"/>
          </a:solidFill>
          <a:latin typeface="+mn-lt"/>
          <a:ea typeface="+mn-ea"/>
          <a:cs typeface="+mn-cs"/>
        </a:defRPr>
      </a:lvl9pPr>
    </p:bodyStyle>
    <p:otherStyle>
      <a:defPPr>
        <a:defRPr lang="en-US"/>
      </a:defPPr>
      <a:lvl1pPr marL="0" algn="l" defTabSz="396255" rtl="0" eaLnBrk="1" latinLnBrk="0" hangingPunct="1">
        <a:defRPr sz="1560" kern="1200">
          <a:solidFill>
            <a:schemeClr val="tx1"/>
          </a:solidFill>
          <a:latin typeface="+mn-lt"/>
          <a:ea typeface="+mn-ea"/>
          <a:cs typeface="+mn-cs"/>
        </a:defRPr>
      </a:lvl1pPr>
      <a:lvl2pPr marL="396255" algn="l" defTabSz="396255" rtl="0" eaLnBrk="1" latinLnBrk="0" hangingPunct="1">
        <a:defRPr sz="1560" kern="1200">
          <a:solidFill>
            <a:schemeClr val="tx1"/>
          </a:solidFill>
          <a:latin typeface="+mn-lt"/>
          <a:ea typeface="+mn-ea"/>
          <a:cs typeface="+mn-cs"/>
        </a:defRPr>
      </a:lvl2pPr>
      <a:lvl3pPr marL="792510" algn="l" defTabSz="396255" rtl="0" eaLnBrk="1" latinLnBrk="0" hangingPunct="1">
        <a:defRPr sz="1560" kern="1200">
          <a:solidFill>
            <a:schemeClr val="tx1"/>
          </a:solidFill>
          <a:latin typeface="+mn-lt"/>
          <a:ea typeface="+mn-ea"/>
          <a:cs typeface="+mn-cs"/>
        </a:defRPr>
      </a:lvl3pPr>
      <a:lvl4pPr marL="1188766" algn="l" defTabSz="396255" rtl="0" eaLnBrk="1" latinLnBrk="0" hangingPunct="1">
        <a:defRPr sz="1560" kern="1200">
          <a:solidFill>
            <a:schemeClr val="tx1"/>
          </a:solidFill>
          <a:latin typeface="+mn-lt"/>
          <a:ea typeface="+mn-ea"/>
          <a:cs typeface="+mn-cs"/>
        </a:defRPr>
      </a:lvl4pPr>
      <a:lvl5pPr marL="1585021" algn="l" defTabSz="396255" rtl="0" eaLnBrk="1" latinLnBrk="0" hangingPunct="1">
        <a:defRPr sz="1560" kern="1200">
          <a:solidFill>
            <a:schemeClr val="tx1"/>
          </a:solidFill>
          <a:latin typeface="+mn-lt"/>
          <a:ea typeface="+mn-ea"/>
          <a:cs typeface="+mn-cs"/>
        </a:defRPr>
      </a:lvl5pPr>
      <a:lvl6pPr marL="1981276" algn="l" defTabSz="396255" rtl="0" eaLnBrk="1" latinLnBrk="0" hangingPunct="1">
        <a:defRPr sz="1560" kern="1200">
          <a:solidFill>
            <a:schemeClr val="tx1"/>
          </a:solidFill>
          <a:latin typeface="+mn-lt"/>
          <a:ea typeface="+mn-ea"/>
          <a:cs typeface="+mn-cs"/>
        </a:defRPr>
      </a:lvl6pPr>
      <a:lvl7pPr marL="2377531" algn="l" defTabSz="396255" rtl="0" eaLnBrk="1" latinLnBrk="0" hangingPunct="1">
        <a:defRPr sz="1560" kern="1200">
          <a:solidFill>
            <a:schemeClr val="tx1"/>
          </a:solidFill>
          <a:latin typeface="+mn-lt"/>
          <a:ea typeface="+mn-ea"/>
          <a:cs typeface="+mn-cs"/>
        </a:defRPr>
      </a:lvl7pPr>
      <a:lvl8pPr marL="2773787" algn="l" defTabSz="396255" rtl="0" eaLnBrk="1" latinLnBrk="0" hangingPunct="1">
        <a:defRPr sz="1560" kern="1200">
          <a:solidFill>
            <a:schemeClr val="tx1"/>
          </a:solidFill>
          <a:latin typeface="+mn-lt"/>
          <a:ea typeface="+mn-ea"/>
          <a:cs typeface="+mn-cs"/>
        </a:defRPr>
      </a:lvl8pPr>
      <a:lvl9pPr marL="3170042" algn="l" defTabSz="396255" rtl="0" eaLnBrk="1" latinLnBrk="0" hangingPunct="1">
        <a:defRPr sz="1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084581" y="1408009"/>
            <a:ext cx="7071360" cy="0"/>
          </a:xfrm>
          <a:prstGeom prst="line">
            <a:avLst/>
          </a:prstGeom>
          <a:ln>
            <a:solidFill>
              <a:srgbClr val="36472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37154" y="451398"/>
            <a:ext cx="6696387" cy="1052596"/>
          </a:xfrm>
          <a:prstGeom prst="rect">
            <a:avLst/>
          </a:prstGeom>
          <a:noFill/>
        </p:spPr>
        <p:txBody>
          <a:bodyPr wrap="square" rtlCol="0">
            <a:spAutoFit/>
          </a:bodyPr>
          <a:lstStyle/>
          <a:p>
            <a:pPr algn="ctr"/>
            <a:r>
              <a:rPr lang="en-US" sz="6240" dirty="0">
                <a:solidFill>
                  <a:srgbClr val="36472C"/>
                </a:solidFill>
                <a:latin typeface="Bahnschrift SemiBold" panose="020B0502040204020203" pitchFamily="34" charset="0"/>
              </a:rPr>
              <a:t>MYSTICETES</a:t>
            </a:r>
          </a:p>
        </p:txBody>
      </p:sp>
      <p:sp>
        <p:nvSpPr>
          <p:cNvPr id="6" name="TextBox 5"/>
          <p:cNvSpPr txBox="1"/>
          <p:nvPr/>
        </p:nvSpPr>
        <p:spPr>
          <a:xfrm>
            <a:off x="1031241" y="1751215"/>
            <a:ext cx="3078480" cy="412421"/>
          </a:xfrm>
          <a:prstGeom prst="rect">
            <a:avLst/>
          </a:prstGeom>
          <a:noFill/>
        </p:spPr>
        <p:txBody>
          <a:bodyPr wrap="square" rtlCol="0">
            <a:spAutoFit/>
          </a:bodyPr>
          <a:lstStyle/>
          <a:p>
            <a:r>
              <a:rPr lang="en-US" sz="2080" dirty="0">
                <a:solidFill>
                  <a:srgbClr val="36472C"/>
                </a:solidFill>
                <a:latin typeface="Bahnschrift SemiBold" panose="020B0502040204020203" pitchFamily="34" charset="0"/>
              </a:rPr>
              <a:t>What are they?</a:t>
            </a:r>
          </a:p>
        </p:txBody>
      </p:sp>
      <p:sp>
        <p:nvSpPr>
          <p:cNvPr id="7" name="TextBox 6"/>
          <p:cNvSpPr txBox="1"/>
          <p:nvPr/>
        </p:nvSpPr>
        <p:spPr>
          <a:xfrm>
            <a:off x="1044588" y="2122743"/>
            <a:ext cx="3398519" cy="1052596"/>
          </a:xfrm>
          <a:prstGeom prst="rect">
            <a:avLst/>
          </a:prstGeom>
          <a:noFill/>
        </p:spPr>
        <p:txBody>
          <a:bodyPr wrap="square" rtlCol="0">
            <a:spAutoFit/>
          </a:bodyPr>
          <a:lstStyle/>
          <a:p>
            <a:r>
              <a:rPr lang="en-US" sz="1560" dirty="0" err="1">
                <a:latin typeface="Arial" panose="020B0604020202020204" pitchFamily="34" charset="0"/>
                <a:cs typeface="Arial" panose="020B0604020202020204" pitchFamily="34" charset="0"/>
              </a:rPr>
              <a:t>Fishfinders</a:t>
            </a:r>
            <a:r>
              <a:rPr lang="en-US" sz="1560" dirty="0">
                <a:latin typeface="Arial" panose="020B0604020202020204" pitchFamily="34" charset="0"/>
                <a:cs typeface="Arial" panose="020B0604020202020204" pitchFamily="34" charset="0"/>
              </a:rPr>
              <a:t> and echosounders are active acoustic tools used to locate fish, measure depth, and map seafloor features.</a:t>
            </a:r>
            <a:endParaRPr lang="en-US" sz="1560"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8" name="TextBox 7"/>
          <p:cNvSpPr txBox="1"/>
          <p:nvPr/>
        </p:nvSpPr>
        <p:spPr>
          <a:xfrm>
            <a:off x="1031241" y="3849256"/>
            <a:ext cx="3451859" cy="412421"/>
          </a:xfrm>
          <a:prstGeom prst="rect">
            <a:avLst/>
          </a:prstGeom>
          <a:noFill/>
        </p:spPr>
        <p:txBody>
          <a:bodyPr wrap="square" rtlCol="0">
            <a:spAutoFit/>
          </a:bodyPr>
          <a:lstStyle/>
          <a:p>
            <a:r>
              <a:rPr lang="en-US" sz="2080" dirty="0">
                <a:solidFill>
                  <a:srgbClr val="36472C"/>
                </a:solidFill>
                <a:latin typeface="Bahnschrift SemiBold" panose="020B0502040204020203" pitchFamily="34" charset="0"/>
              </a:rPr>
              <a:t>How do they communicate?</a:t>
            </a:r>
          </a:p>
        </p:txBody>
      </p:sp>
      <p:sp>
        <p:nvSpPr>
          <p:cNvPr id="9" name="TextBox 8"/>
          <p:cNvSpPr txBox="1"/>
          <p:nvPr/>
        </p:nvSpPr>
        <p:spPr>
          <a:xfrm>
            <a:off x="1050618" y="4186814"/>
            <a:ext cx="3398519" cy="1052596"/>
          </a:xfrm>
          <a:prstGeom prst="rect">
            <a:avLst/>
          </a:prstGeom>
          <a:noFill/>
        </p:spPr>
        <p:txBody>
          <a:bodyPr wrap="square" rtlCol="0">
            <a:spAutoFit/>
          </a:bodyPr>
          <a:lstStyle/>
          <a:p>
            <a:r>
              <a:rPr lang="en-US" sz="1560" dirty="0">
                <a:latin typeface="Arial" panose="020B0604020202020204" pitchFamily="34" charset="0"/>
                <a:cs typeface="Arial" panose="020B0604020202020204" pitchFamily="34" charset="0"/>
              </a:rPr>
              <a:t>They emit short, high-frequency sound pulses and record echoes reflected from fish and other underwater objects.</a:t>
            </a:r>
            <a:endParaRPr lang="en-US" sz="1560"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0" name="TextBox 9"/>
          <p:cNvSpPr txBox="1"/>
          <p:nvPr/>
        </p:nvSpPr>
        <p:spPr>
          <a:xfrm>
            <a:off x="4585971" y="3847020"/>
            <a:ext cx="3451859" cy="412421"/>
          </a:xfrm>
          <a:prstGeom prst="rect">
            <a:avLst/>
          </a:prstGeom>
          <a:noFill/>
          <a:effectLst/>
        </p:spPr>
        <p:txBody>
          <a:bodyPr wrap="square" rtlCol="0">
            <a:spAutoFit/>
          </a:bodyPr>
          <a:lstStyle/>
          <a:p>
            <a:r>
              <a:rPr lang="en-US" sz="2080" dirty="0">
                <a:solidFill>
                  <a:srgbClr val="36472C"/>
                </a:solidFill>
                <a:latin typeface="Bahnschrift SemiBold" panose="020B0502040204020203" pitchFamily="34" charset="0"/>
              </a:rPr>
              <a:t>Why does it matter?</a:t>
            </a:r>
          </a:p>
        </p:txBody>
      </p:sp>
      <p:sp>
        <p:nvSpPr>
          <p:cNvPr id="11" name="TextBox 10"/>
          <p:cNvSpPr txBox="1"/>
          <p:nvPr/>
        </p:nvSpPr>
        <p:spPr>
          <a:xfrm>
            <a:off x="4623746" y="4233965"/>
            <a:ext cx="4281492" cy="1772793"/>
          </a:xfrm>
          <a:prstGeom prst="rect">
            <a:avLst/>
          </a:prstGeom>
          <a:noFill/>
        </p:spPr>
        <p:txBody>
          <a:bodyPr wrap="square" rtlCol="0">
            <a:spAutoFit/>
          </a:bodyPr>
          <a:lstStyle/>
          <a:p>
            <a:r>
              <a:rPr lang="en-US" sz="1560" dirty="0">
                <a:latin typeface="Arial" panose="020B0604020202020204" pitchFamily="34" charset="0"/>
                <a:cs typeface="Arial" panose="020B0604020202020204" pitchFamily="34" charset="0"/>
              </a:rPr>
              <a:t>Baleen whales play a major role in marine ecosystems. By consuming large quantities of prey and redistributing nutrients through their waste, they enhance ocean productivity. When they die, their bodies sink to the seafloor, transporting and storing carbon for decades or longer, helping regulate Earth’s climate.</a:t>
            </a:r>
          </a:p>
        </p:txBody>
      </p:sp>
      <p:cxnSp>
        <p:nvCxnSpPr>
          <p:cNvPr id="13" name="Straight Connector 12"/>
          <p:cNvCxnSpPr/>
          <p:nvPr/>
        </p:nvCxnSpPr>
        <p:spPr>
          <a:xfrm>
            <a:off x="4536441" y="3880530"/>
            <a:ext cx="0" cy="2080487"/>
          </a:xfrm>
          <a:prstGeom prst="line">
            <a:avLst/>
          </a:prstGeom>
          <a:ln w="3175">
            <a:solidFill>
              <a:srgbClr val="36472C"/>
            </a:solidFill>
          </a:ln>
        </p:spPr>
        <p:style>
          <a:lnRef idx="2">
            <a:schemeClr val="accent1"/>
          </a:lnRef>
          <a:fillRef idx="0">
            <a:schemeClr val="accent1"/>
          </a:fillRef>
          <a:effectRef idx="1">
            <a:schemeClr val="accent1"/>
          </a:effectRef>
          <a:fontRef idx="minor">
            <a:schemeClr val="tx1"/>
          </a:fontRef>
        </p:style>
      </p:cxnSp>
      <p:pic>
        <p:nvPicPr>
          <p:cNvPr id="14" name="Picture 13"/>
          <p:cNvPicPr>
            <a:picLocks noChangeAspect="1"/>
          </p:cNvPicPr>
          <p:nvPr/>
        </p:nvPicPr>
        <p:blipFill>
          <a:blip r:embed="rId2"/>
          <a:srcRect b="29796"/>
          <a:stretch>
            <a:fillRect/>
          </a:stretch>
        </p:blipFill>
        <p:spPr>
          <a:xfrm>
            <a:off x="4696460" y="1817028"/>
            <a:ext cx="3520440" cy="1853628"/>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cxnSp>
        <p:nvCxnSpPr>
          <p:cNvPr id="15" name="Straight Connector 14"/>
          <p:cNvCxnSpPr/>
          <p:nvPr/>
        </p:nvCxnSpPr>
        <p:spPr>
          <a:xfrm flipH="1">
            <a:off x="1237154" y="6195516"/>
            <a:ext cx="1995283" cy="0"/>
          </a:xfrm>
          <a:prstGeom prst="line">
            <a:avLst/>
          </a:prstGeom>
          <a:ln w="3175">
            <a:solidFill>
              <a:srgbClr val="36472C"/>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a:cxnSpLocks/>
            <a:endCxn id="19" idx="3"/>
          </p:cNvCxnSpPr>
          <p:nvPr/>
        </p:nvCxnSpPr>
        <p:spPr>
          <a:xfrm flipH="1">
            <a:off x="5863274" y="6179412"/>
            <a:ext cx="2490962" cy="6188"/>
          </a:xfrm>
          <a:prstGeom prst="line">
            <a:avLst/>
          </a:prstGeom>
          <a:ln w="3175">
            <a:solidFill>
              <a:srgbClr val="36472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73769" y="5952683"/>
            <a:ext cx="2389505" cy="465833"/>
          </a:xfrm>
          <a:prstGeom prst="rect">
            <a:avLst/>
          </a:prstGeom>
          <a:noFill/>
        </p:spPr>
        <p:txBody>
          <a:bodyPr wrap="square" rtlCol="0">
            <a:spAutoFit/>
          </a:bodyPr>
          <a:lstStyle/>
          <a:p>
            <a:r>
              <a:rPr lang="en-US" sz="2427" dirty="0">
                <a:solidFill>
                  <a:srgbClr val="36472C"/>
                </a:solidFill>
                <a:latin typeface="Bahnschrift SemiBold" panose="020B0502040204020203" pitchFamily="34" charset="0"/>
              </a:rPr>
              <a:t>Sample Signals</a:t>
            </a:r>
          </a:p>
        </p:txBody>
      </p:sp>
      <p:sp>
        <p:nvSpPr>
          <p:cNvPr id="20" name="TextBox 19"/>
          <p:cNvSpPr txBox="1"/>
          <p:nvPr/>
        </p:nvSpPr>
        <p:spPr>
          <a:xfrm>
            <a:off x="1332230" y="6502372"/>
            <a:ext cx="1995283" cy="305789"/>
          </a:xfrm>
          <a:prstGeom prst="rect">
            <a:avLst/>
          </a:prstGeom>
          <a:noFill/>
        </p:spPr>
        <p:txBody>
          <a:bodyPr wrap="square" rtlCol="0">
            <a:spAutoFit/>
          </a:bodyPr>
          <a:lstStyle/>
          <a:p>
            <a:r>
              <a:rPr lang="en-US" sz="1387" dirty="0">
                <a:latin typeface="Arial" panose="020B0604020202020204" pitchFamily="34" charset="0"/>
                <a:cs typeface="Arial" panose="020B0604020202020204" pitchFamily="34" charset="0"/>
              </a:rPr>
              <a:t>(a) Blue Whale</a:t>
            </a:r>
            <a:endParaRPr lang="en-US" sz="138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cxnSp>
        <p:nvCxnSpPr>
          <p:cNvPr id="32" name="Straight Connector 31"/>
          <p:cNvCxnSpPr/>
          <p:nvPr/>
        </p:nvCxnSpPr>
        <p:spPr>
          <a:xfrm>
            <a:off x="1442896" y="8212431"/>
            <a:ext cx="6705600" cy="0"/>
          </a:xfrm>
          <a:prstGeom prst="line">
            <a:avLst/>
          </a:prstGeom>
          <a:ln w="317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332230" y="8698268"/>
            <a:ext cx="6705600" cy="0"/>
          </a:xfrm>
          <a:prstGeom prst="line">
            <a:avLst/>
          </a:prstGeom>
          <a:ln w="317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1260014" y="10381494"/>
            <a:ext cx="7071360" cy="0"/>
          </a:xfrm>
          <a:prstGeom prst="line">
            <a:avLst/>
          </a:prstGeom>
          <a:ln>
            <a:solidFill>
              <a:srgbClr val="36472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272217" y="9942682"/>
            <a:ext cx="6703057" cy="492635"/>
          </a:xfrm>
          <a:prstGeom prst="rect">
            <a:avLst/>
          </a:prstGeom>
          <a:noFill/>
        </p:spPr>
        <p:txBody>
          <a:bodyPr wrap="square" rtlCol="0">
            <a:spAutoFit/>
          </a:bodyPr>
          <a:lstStyle/>
          <a:p>
            <a:r>
              <a:rPr lang="en-US" sz="867" dirty="0">
                <a:latin typeface="Arial" panose="020B0604020202020204" pitchFamily="34" charset="0"/>
                <a:cs typeface="Arial" panose="020B0604020202020204" pitchFamily="34" charset="0"/>
              </a:rPr>
              <a:t>Acoustic signals made by various mysticetes. All spectrograms and sounds courtesy of NOAA. (NOAA [National Oceanic and Atmospheric Administration]. Passive Acoustics Group. 2021. Dele_NOAA_04. https://www.fisheries.noaa.gov/national/science-data/sounds-ocean)</a:t>
            </a:r>
            <a:endParaRPr lang="en-US" sz="86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41" name="Picture 40">
            <a:extLst>
              <a:ext uri="{FF2B5EF4-FFF2-40B4-BE49-F238E27FC236}">
                <a16:creationId xmlns:a16="http://schemas.microsoft.com/office/drawing/2014/main" id="{195BF12B-E225-4A0A-2B07-25A86A76A74D}"/>
              </a:ext>
            </a:extLst>
          </p:cNvPr>
          <p:cNvPicPr>
            <a:picLocks noChangeAspect="1"/>
          </p:cNvPicPr>
          <p:nvPr/>
        </p:nvPicPr>
        <p:blipFill>
          <a:blip r:embed="rId3"/>
          <a:stretch>
            <a:fillRect/>
          </a:stretch>
        </p:blipFill>
        <p:spPr>
          <a:xfrm>
            <a:off x="1437817" y="6768447"/>
            <a:ext cx="1472369" cy="1483695"/>
          </a:xfrm>
          <a:prstGeom prst="rect">
            <a:avLst/>
          </a:prstGeom>
        </p:spPr>
      </p:pic>
      <p:pic>
        <p:nvPicPr>
          <p:cNvPr id="48" name="Picture 47">
            <a:extLst>
              <a:ext uri="{FF2B5EF4-FFF2-40B4-BE49-F238E27FC236}">
                <a16:creationId xmlns:a16="http://schemas.microsoft.com/office/drawing/2014/main" id="{337A6400-25FB-E94D-9565-F3A5B6DFD6F4}"/>
              </a:ext>
            </a:extLst>
          </p:cNvPr>
          <p:cNvPicPr>
            <a:picLocks noChangeAspect="1"/>
          </p:cNvPicPr>
          <p:nvPr/>
        </p:nvPicPr>
        <p:blipFill>
          <a:blip r:embed="rId3"/>
          <a:stretch>
            <a:fillRect/>
          </a:stretch>
        </p:blipFill>
        <p:spPr>
          <a:xfrm>
            <a:off x="1422603" y="6755240"/>
            <a:ext cx="1472369" cy="1483695"/>
          </a:xfrm>
          <a:prstGeom prst="rect">
            <a:avLst/>
          </a:prstGeom>
        </p:spPr>
      </p:pic>
      <p:pic>
        <p:nvPicPr>
          <p:cNvPr id="49" name="Picture 48">
            <a:extLst>
              <a:ext uri="{FF2B5EF4-FFF2-40B4-BE49-F238E27FC236}">
                <a16:creationId xmlns:a16="http://schemas.microsoft.com/office/drawing/2014/main" id="{B4745507-0328-643D-35C2-D7D5E882F3B4}"/>
              </a:ext>
            </a:extLst>
          </p:cNvPr>
          <p:cNvPicPr>
            <a:picLocks noChangeAspect="1"/>
          </p:cNvPicPr>
          <p:nvPr/>
        </p:nvPicPr>
        <p:blipFill>
          <a:blip r:embed="rId4"/>
          <a:srcRect/>
          <a:stretch/>
        </p:blipFill>
        <p:spPr>
          <a:xfrm>
            <a:off x="2894972" y="6759768"/>
            <a:ext cx="2232815" cy="1501051"/>
          </a:xfrm>
          <a:prstGeom prst="rect">
            <a:avLst/>
          </a:prstGeom>
        </p:spPr>
      </p:pic>
      <p:sp>
        <p:nvSpPr>
          <p:cNvPr id="53" name="TextBox 52">
            <a:extLst>
              <a:ext uri="{FF2B5EF4-FFF2-40B4-BE49-F238E27FC236}">
                <a16:creationId xmlns:a16="http://schemas.microsoft.com/office/drawing/2014/main" id="{CE62C05F-B58B-7ADA-5ADF-CB8F9A8DD4EE}"/>
              </a:ext>
            </a:extLst>
          </p:cNvPr>
          <p:cNvSpPr txBox="1"/>
          <p:nvPr/>
        </p:nvSpPr>
        <p:spPr>
          <a:xfrm>
            <a:off x="5398723" y="6518541"/>
            <a:ext cx="1995283" cy="305789"/>
          </a:xfrm>
          <a:prstGeom prst="rect">
            <a:avLst/>
          </a:prstGeom>
          <a:noFill/>
        </p:spPr>
        <p:txBody>
          <a:bodyPr wrap="square" rtlCol="0">
            <a:spAutoFit/>
          </a:bodyPr>
          <a:lstStyle/>
          <a:p>
            <a:r>
              <a:rPr lang="en-US" sz="1387" dirty="0">
                <a:latin typeface="Arial" panose="020B0604020202020204" pitchFamily="34" charset="0"/>
                <a:cs typeface="Arial" panose="020B0604020202020204" pitchFamily="34" charset="0"/>
              </a:rPr>
              <a:t>(c) Humpback Whale</a:t>
            </a:r>
            <a:endParaRPr lang="en-US" sz="138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55" name="Picture 54">
            <a:extLst>
              <a:ext uri="{FF2B5EF4-FFF2-40B4-BE49-F238E27FC236}">
                <a16:creationId xmlns:a16="http://schemas.microsoft.com/office/drawing/2014/main" id="{438084D7-A558-1850-AF7D-E508EA4F543C}"/>
              </a:ext>
            </a:extLst>
          </p:cNvPr>
          <p:cNvPicPr>
            <a:picLocks noChangeAspect="1"/>
          </p:cNvPicPr>
          <p:nvPr/>
        </p:nvPicPr>
        <p:blipFill>
          <a:blip r:embed="rId5"/>
          <a:stretch>
            <a:fillRect/>
          </a:stretch>
        </p:blipFill>
        <p:spPr>
          <a:xfrm>
            <a:off x="5279958" y="6768447"/>
            <a:ext cx="2232815" cy="1489335"/>
          </a:xfrm>
          <a:prstGeom prst="rect">
            <a:avLst/>
          </a:prstGeom>
        </p:spPr>
      </p:pic>
      <p:sp>
        <p:nvSpPr>
          <p:cNvPr id="56" name="TextBox 55">
            <a:extLst>
              <a:ext uri="{FF2B5EF4-FFF2-40B4-BE49-F238E27FC236}">
                <a16:creationId xmlns:a16="http://schemas.microsoft.com/office/drawing/2014/main" id="{6823FB09-EE8F-4229-04B2-06EA832C404F}"/>
              </a:ext>
            </a:extLst>
          </p:cNvPr>
          <p:cNvSpPr txBox="1"/>
          <p:nvPr/>
        </p:nvSpPr>
        <p:spPr>
          <a:xfrm>
            <a:off x="3450365" y="6530054"/>
            <a:ext cx="1995283" cy="305789"/>
          </a:xfrm>
          <a:prstGeom prst="rect">
            <a:avLst/>
          </a:prstGeom>
          <a:noFill/>
        </p:spPr>
        <p:txBody>
          <a:bodyPr wrap="square" rtlCol="0">
            <a:spAutoFit/>
          </a:bodyPr>
          <a:lstStyle/>
          <a:p>
            <a:r>
              <a:rPr lang="en-US" sz="1387" dirty="0">
                <a:latin typeface="Arial" panose="020B0604020202020204" pitchFamily="34" charset="0"/>
                <a:cs typeface="Arial" panose="020B0604020202020204" pitchFamily="34" charset="0"/>
              </a:rPr>
              <a:t>(b) Fin Whale</a:t>
            </a:r>
            <a:endParaRPr lang="en-US" sz="138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58" name="Picture 57">
            <a:extLst>
              <a:ext uri="{FF2B5EF4-FFF2-40B4-BE49-F238E27FC236}">
                <a16:creationId xmlns:a16="http://schemas.microsoft.com/office/drawing/2014/main" id="{E130D546-745D-8FB5-7B92-C189C2BDBFC0}"/>
              </a:ext>
            </a:extLst>
          </p:cNvPr>
          <p:cNvPicPr>
            <a:picLocks noChangeAspect="1"/>
          </p:cNvPicPr>
          <p:nvPr/>
        </p:nvPicPr>
        <p:blipFill>
          <a:blip r:embed="rId6"/>
          <a:stretch>
            <a:fillRect/>
          </a:stretch>
        </p:blipFill>
        <p:spPr>
          <a:xfrm>
            <a:off x="2044955" y="8613997"/>
            <a:ext cx="1881885" cy="1288135"/>
          </a:xfrm>
          <a:prstGeom prst="rect">
            <a:avLst/>
          </a:prstGeom>
        </p:spPr>
      </p:pic>
      <p:sp>
        <p:nvSpPr>
          <p:cNvPr id="59" name="TextBox 58">
            <a:extLst>
              <a:ext uri="{FF2B5EF4-FFF2-40B4-BE49-F238E27FC236}">
                <a16:creationId xmlns:a16="http://schemas.microsoft.com/office/drawing/2014/main" id="{00BEAF7E-6EA0-90C9-D177-5D97105994B0}"/>
              </a:ext>
            </a:extLst>
          </p:cNvPr>
          <p:cNvSpPr txBox="1"/>
          <p:nvPr/>
        </p:nvSpPr>
        <p:spPr>
          <a:xfrm>
            <a:off x="4769209" y="8354660"/>
            <a:ext cx="1995283" cy="305789"/>
          </a:xfrm>
          <a:prstGeom prst="rect">
            <a:avLst/>
          </a:prstGeom>
          <a:noFill/>
        </p:spPr>
        <p:txBody>
          <a:bodyPr wrap="square" rtlCol="0">
            <a:spAutoFit/>
          </a:bodyPr>
          <a:lstStyle/>
          <a:p>
            <a:r>
              <a:rPr lang="en-US" sz="1387" dirty="0">
                <a:latin typeface="Arial" panose="020B0604020202020204" pitchFamily="34" charset="0"/>
                <a:cs typeface="Arial" panose="020B0604020202020204" pitchFamily="34" charset="0"/>
              </a:rPr>
              <a:t>(e) Sei Whale</a:t>
            </a:r>
            <a:endParaRPr lang="en-US" sz="138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61" name="Picture 60">
            <a:extLst>
              <a:ext uri="{FF2B5EF4-FFF2-40B4-BE49-F238E27FC236}">
                <a16:creationId xmlns:a16="http://schemas.microsoft.com/office/drawing/2014/main" id="{E41A8305-2542-4EB9-62C3-61F9E954BE1D}"/>
              </a:ext>
            </a:extLst>
          </p:cNvPr>
          <p:cNvPicPr>
            <a:picLocks noChangeAspect="1"/>
          </p:cNvPicPr>
          <p:nvPr/>
        </p:nvPicPr>
        <p:blipFill>
          <a:blip r:embed="rId7"/>
          <a:stretch>
            <a:fillRect/>
          </a:stretch>
        </p:blipFill>
        <p:spPr>
          <a:xfrm>
            <a:off x="4536441" y="8613997"/>
            <a:ext cx="1881886" cy="1268009"/>
          </a:xfrm>
          <a:prstGeom prst="rect">
            <a:avLst/>
          </a:prstGeom>
        </p:spPr>
      </p:pic>
      <p:sp>
        <p:nvSpPr>
          <p:cNvPr id="62" name="TextBox 61">
            <a:extLst>
              <a:ext uri="{FF2B5EF4-FFF2-40B4-BE49-F238E27FC236}">
                <a16:creationId xmlns:a16="http://schemas.microsoft.com/office/drawing/2014/main" id="{D11E652A-A856-B837-8A1C-A1AE70563CB1}"/>
              </a:ext>
            </a:extLst>
          </p:cNvPr>
          <p:cNvSpPr txBox="1"/>
          <p:nvPr/>
        </p:nvSpPr>
        <p:spPr>
          <a:xfrm>
            <a:off x="2273991" y="8372204"/>
            <a:ext cx="1995283" cy="305789"/>
          </a:xfrm>
          <a:prstGeom prst="rect">
            <a:avLst/>
          </a:prstGeom>
          <a:noFill/>
        </p:spPr>
        <p:txBody>
          <a:bodyPr wrap="square" rtlCol="0">
            <a:spAutoFit/>
          </a:bodyPr>
          <a:lstStyle/>
          <a:p>
            <a:r>
              <a:rPr lang="en-US" sz="1387" dirty="0">
                <a:latin typeface="Arial" panose="020B0604020202020204" pitchFamily="34" charset="0"/>
                <a:cs typeface="Arial" panose="020B0604020202020204" pitchFamily="34" charset="0"/>
              </a:rPr>
              <a:t>(d) Right Whale</a:t>
            </a:r>
            <a:endParaRPr lang="en-US" sz="1387"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109</TotalTime>
  <Words>185</Words>
  <Application>Microsoft Office PowerPoint</Application>
  <PresentationFormat>Custom</PresentationFormat>
  <Paragraphs>14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Bahnschrift SemiBold</vt:lpstr>
      <vt:lpstr>Calibri</vt:lpstr>
      <vt:lpstr>Sans Serif Collection</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Kasey</dc:creator>
  <cp:keywords/>
  <dc:description>generated using python-pptx</dc:description>
  <cp:lastModifiedBy>CASTELLO, KASEY</cp:lastModifiedBy>
  <cp:revision>10</cp:revision>
  <dcterms:created xsi:type="dcterms:W3CDTF">2013-01-27T09:14:16Z</dcterms:created>
  <dcterms:modified xsi:type="dcterms:W3CDTF">2026-02-08T02:19:08Z</dcterms:modified>
  <cp:category/>
</cp:coreProperties>
</file>